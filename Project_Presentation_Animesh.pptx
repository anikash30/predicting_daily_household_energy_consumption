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720" r:id="rId1"/>
    <p:sldMasterId id="2147483721" r:id="rId2"/>
  </p:sldMasterIdLst>
  <p:notesMasterIdLst>
    <p:notesMasterId r:id="rId14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</p:sldIdLst>
  <p:sldSz cx="9144000" cy="5143500" type="screen16x9"/>
  <p:notesSz cx="6858000" cy="9144000"/>
  <p:embeddedFontLst>
    <p:embeddedFont>
      <p:font typeface="DM Sans" pitchFamily="2" charset="0"/>
      <p:regular r:id="rId15"/>
      <p:bold r:id="rId16"/>
      <p:italic r:id="rId17"/>
      <p:boldItalic r:id="rId18"/>
    </p:embeddedFont>
    <p:embeddedFont>
      <p:font typeface="DM Sans Medium" pitchFamily="2" charset="0"/>
      <p:regular r:id="rId19"/>
      <p:bold r:id="rId20"/>
      <p:italic r:id="rId21"/>
      <p:boldItalic r:id="rId22"/>
    </p:embeddedFont>
    <p:embeddedFont>
      <p:font typeface="Merriweather" panose="00000500000000000000" pitchFamily="2" charset="0"/>
      <p:regular r:id="rId23"/>
      <p:bold r:id="rId24"/>
      <p:italic r:id="rId25"/>
      <p:boldItalic r:id="rId26"/>
    </p:embeddedFont>
    <p:embeddedFont>
      <p:font typeface="Plus Jakarta Sans Medium" panose="020B0604020202020204" charset="0"/>
      <p:regular r:id="rId27"/>
      <p:bold r:id="rId28"/>
      <p:italic r:id="rId29"/>
      <p:boldItalic r:id="rId30"/>
    </p:embeddedFont>
    <p:embeddedFont>
      <p:font typeface="Roboto" panose="02000000000000000000" pitchFamily="2" charset="0"/>
      <p:regular r:id="rId31"/>
      <p:bold r:id="rId32"/>
      <p:italic r:id="rId33"/>
      <p:boldItalic r:id="rId34"/>
    </p:embeddedFont>
    <p:embeddedFont>
      <p:font typeface="STIX Two Text" panose="020B0604020202020204" charset="0"/>
      <p:regular r:id="rId35"/>
      <p:bold r:id="rId36"/>
      <p:italic r:id="rId37"/>
      <p:boldItalic r:id="rId38"/>
    </p:embeddedFont>
    <p:embeddedFont>
      <p:font typeface="STIX Two Text Medium" panose="020B0604020202020204" charset="0"/>
      <p:regular r:id="rId39"/>
      <p:bold r:id="rId40"/>
      <p:italic r:id="rId41"/>
      <p:boldItalic r:id="rId42"/>
    </p:embeddedFont>
    <p:embeddedFont>
      <p:font typeface="STIX Two Text SemiBold" panose="020B0604020202020204" charset="0"/>
      <p:regular r:id="rId43"/>
      <p:bold r:id="rId44"/>
      <p:italic r:id="rId45"/>
      <p:boldItalic r:id="rId4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22" d="100"/>
          <a:sy n="122" d="100"/>
        </p:scale>
        <p:origin x="78" y="375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font" Target="fonts/font4.fntdata"/><Relationship Id="rId26" Type="http://schemas.openxmlformats.org/officeDocument/2006/relationships/font" Target="fonts/font12.fntdata"/><Relationship Id="rId39" Type="http://schemas.openxmlformats.org/officeDocument/2006/relationships/font" Target="fonts/font25.fntdata"/><Relationship Id="rId21" Type="http://schemas.openxmlformats.org/officeDocument/2006/relationships/font" Target="fonts/font7.fntdata"/><Relationship Id="rId34" Type="http://schemas.openxmlformats.org/officeDocument/2006/relationships/font" Target="fonts/font20.fntdata"/><Relationship Id="rId42" Type="http://schemas.openxmlformats.org/officeDocument/2006/relationships/font" Target="fonts/font28.fntdata"/><Relationship Id="rId47" Type="http://schemas.openxmlformats.org/officeDocument/2006/relationships/presProps" Target="presProps.xml"/><Relationship Id="rId50" Type="http://schemas.openxmlformats.org/officeDocument/2006/relationships/tableStyles" Target="tableStyles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font" Target="fonts/font2.fntdata"/><Relationship Id="rId29" Type="http://schemas.openxmlformats.org/officeDocument/2006/relationships/font" Target="fonts/font15.fntdata"/><Relationship Id="rId11" Type="http://schemas.openxmlformats.org/officeDocument/2006/relationships/slide" Target="slides/slide9.xml"/><Relationship Id="rId24" Type="http://schemas.openxmlformats.org/officeDocument/2006/relationships/font" Target="fonts/font10.fntdata"/><Relationship Id="rId32" Type="http://schemas.openxmlformats.org/officeDocument/2006/relationships/font" Target="fonts/font18.fntdata"/><Relationship Id="rId37" Type="http://schemas.openxmlformats.org/officeDocument/2006/relationships/font" Target="fonts/font23.fntdata"/><Relationship Id="rId40" Type="http://schemas.openxmlformats.org/officeDocument/2006/relationships/font" Target="fonts/font26.fntdata"/><Relationship Id="rId45" Type="http://schemas.openxmlformats.org/officeDocument/2006/relationships/font" Target="fonts/font31.fntdata"/><Relationship Id="rId5" Type="http://schemas.openxmlformats.org/officeDocument/2006/relationships/slide" Target="slides/slide3.xml"/><Relationship Id="rId15" Type="http://schemas.openxmlformats.org/officeDocument/2006/relationships/font" Target="fonts/font1.fntdata"/><Relationship Id="rId23" Type="http://schemas.openxmlformats.org/officeDocument/2006/relationships/font" Target="fonts/font9.fntdata"/><Relationship Id="rId28" Type="http://schemas.openxmlformats.org/officeDocument/2006/relationships/font" Target="fonts/font14.fntdata"/><Relationship Id="rId36" Type="http://schemas.openxmlformats.org/officeDocument/2006/relationships/font" Target="fonts/font22.fntdata"/><Relationship Id="rId49" Type="http://schemas.openxmlformats.org/officeDocument/2006/relationships/theme" Target="theme/theme1.xml"/><Relationship Id="rId10" Type="http://schemas.openxmlformats.org/officeDocument/2006/relationships/slide" Target="slides/slide8.xml"/><Relationship Id="rId19" Type="http://schemas.openxmlformats.org/officeDocument/2006/relationships/font" Target="fonts/font5.fntdata"/><Relationship Id="rId31" Type="http://schemas.openxmlformats.org/officeDocument/2006/relationships/font" Target="fonts/font17.fntdata"/><Relationship Id="rId44" Type="http://schemas.openxmlformats.org/officeDocument/2006/relationships/font" Target="fonts/font30.fntdata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notesMaster" Target="notesMasters/notesMaster1.xml"/><Relationship Id="rId22" Type="http://schemas.openxmlformats.org/officeDocument/2006/relationships/font" Target="fonts/font8.fntdata"/><Relationship Id="rId27" Type="http://schemas.openxmlformats.org/officeDocument/2006/relationships/font" Target="fonts/font13.fntdata"/><Relationship Id="rId30" Type="http://schemas.openxmlformats.org/officeDocument/2006/relationships/font" Target="fonts/font16.fntdata"/><Relationship Id="rId35" Type="http://schemas.openxmlformats.org/officeDocument/2006/relationships/font" Target="fonts/font21.fntdata"/><Relationship Id="rId43" Type="http://schemas.openxmlformats.org/officeDocument/2006/relationships/font" Target="fonts/font29.fntdata"/><Relationship Id="rId48" Type="http://schemas.openxmlformats.org/officeDocument/2006/relationships/viewProps" Target="viewProps.xml"/><Relationship Id="rId8" Type="http://schemas.openxmlformats.org/officeDocument/2006/relationships/slide" Target="slides/slide6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font" Target="fonts/font3.fntdata"/><Relationship Id="rId25" Type="http://schemas.openxmlformats.org/officeDocument/2006/relationships/font" Target="fonts/font11.fntdata"/><Relationship Id="rId33" Type="http://schemas.openxmlformats.org/officeDocument/2006/relationships/font" Target="fonts/font19.fntdata"/><Relationship Id="rId38" Type="http://schemas.openxmlformats.org/officeDocument/2006/relationships/font" Target="fonts/font24.fntdata"/><Relationship Id="rId46" Type="http://schemas.openxmlformats.org/officeDocument/2006/relationships/font" Target="fonts/font32.fntdata"/><Relationship Id="rId20" Type="http://schemas.openxmlformats.org/officeDocument/2006/relationships/font" Target="fonts/font6.fntdata"/><Relationship Id="rId41" Type="http://schemas.openxmlformats.org/officeDocument/2006/relationships/font" Target="fonts/font27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4" name="Google Shape;794;g3ada51abfbf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5" name="Google Shape;795;g3ada51abfbf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6" name="Google Shape;806;g3ada51abfbf_0_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7" name="Google Shape;807;g3ada51abfbf_0_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5" name="Google Shape;835;g3ada51abfbf_0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6" name="Google Shape;836;g3ada51abfbf_0_3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3" name="Google Shape;843;g3ada51abfbf_0_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4" name="Google Shape;844;g3ada51abfbf_0_4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3" name="Google Shape;853;g3ada51abfbf_0_207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4" name="Google Shape;854;g3ada51abfbf_0_207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3" name="Google Shape;863;g3ada51abfbf_0_229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4" name="Google Shape;864;g3ada51abfbf_0_229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2" name="Google Shape;872;g3ada51abfbf_0_230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3" name="Google Shape;873;g3ada51abfbf_0_230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1" name="Google Shape;881;g3ada51abfbf_0_20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2" name="Google Shape;882;g3ada51abfbf_0_20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1" name="Google Shape;891;g3ada51abfbf_0_23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2" name="Google Shape;892;g3ada51abfbf_0_23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9" name="Google Shape;899;g3ada51abfbf_0_2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0" name="Google Shape;900;g3ada51abfbf_0_2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9" name="Google Shape;909;g3ada51abfbf_0_2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0" name="Google Shape;910;g3ada51abfbf_0_23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solidFill>
          <a:schemeClr val="lt2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0" y="342900"/>
            <a:ext cx="8800800" cy="48006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2418125" y="2878925"/>
            <a:ext cx="5325600" cy="74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Plus Jakarta Sans Medium"/>
              <a:buNone/>
              <a:defRPr sz="2000">
                <a:solidFill>
                  <a:schemeClr val="accent2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Plus Jakarta Sans Medium"/>
              <a:buNone/>
              <a:defRPr sz="2000">
                <a:solidFill>
                  <a:schemeClr val="accent2"/>
                </a:solidFill>
              </a:defRPr>
            </a:lvl2pPr>
            <a:lvl3pPr lvl="2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Plus Jakarta Sans Medium"/>
              <a:buNone/>
              <a:defRPr sz="2000">
                <a:solidFill>
                  <a:schemeClr val="accent2"/>
                </a:solidFill>
              </a:defRPr>
            </a:lvl3pPr>
            <a:lvl4pPr lvl="3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Plus Jakarta Sans Medium"/>
              <a:buNone/>
              <a:defRPr sz="2000">
                <a:solidFill>
                  <a:schemeClr val="accent2"/>
                </a:solidFill>
              </a:defRPr>
            </a:lvl4pPr>
            <a:lvl5pPr lvl="4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Plus Jakarta Sans Medium"/>
              <a:buNone/>
              <a:defRPr sz="2000">
                <a:solidFill>
                  <a:schemeClr val="accent2"/>
                </a:solidFill>
              </a:defRPr>
            </a:lvl5pPr>
            <a:lvl6pPr lvl="5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Plus Jakarta Sans Medium"/>
              <a:buNone/>
              <a:defRPr sz="2000">
                <a:solidFill>
                  <a:schemeClr val="accent2"/>
                </a:solidFill>
              </a:defRPr>
            </a:lvl6pPr>
            <a:lvl7pPr lvl="6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Plus Jakarta Sans Medium"/>
              <a:buNone/>
              <a:defRPr sz="2000">
                <a:solidFill>
                  <a:schemeClr val="accent2"/>
                </a:solidFill>
              </a:defRPr>
            </a:lvl7pPr>
            <a:lvl8pPr lvl="7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Plus Jakarta Sans Medium"/>
              <a:buNone/>
              <a:defRPr sz="2000">
                <a:solidFill>
                  <a:schemeClr val="accent2"/>
                </a:solidFill>
              </a:defRPr>
            </a:lvl8pPr>
            <a:lvl9pPr lvl="8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Plus Jakarta Sans Medium"/>
              <a:buNone/>
              <a:defRPr sz="2000">
                <a:solidFill>
                  <a:schemeClr val="accent2"/>
                </a:solidFill>
              </a:defRPr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3" name="Google Shape;13;p2"/>
          <p:cNvSpPr/>
          <p:nvPr/>
        </p:nvSpPr>
        <p:spPr>
          <a:xfrm>
            <a:off x="0" y="0"/>
            <a:ext cx="1249800" cy="5143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2"/>
              </a:solidFill>
            </a:endParaRPr>
          </a:p>
        </p:txBody>
      </p:sp>
      <p:sp>
        <p:nvSpPr>
          <p:cNvPr id="14" name="Google Shape;14;p2"/>
          <p:cNvSpPr/>
          <p:nvPr/>
        </p:nvSpPr>
        <p:spPr>
          <a:xfrm>
            <a:off x="257100" y="3085450"/>
            <a:ext cx="735600" cy="1890600"/>
          </a:xfrm>
          <a:prstGeom prst="plaque">
            <a:avLst>
              <a:gd name="adj" fmla="val 23940"/>
            </a:avLst>
          </a:prstGeom>
          <a:noFill/>
          <a:ln w="1905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" name="Google Shape;15;p2"/>
          <p:cNvSpPr/>
          <p:nvPr/>
        </p:nvSpPr>
        <p:spPr>
          <a:xfrm>
            <a:off x="257100" y="167525"/>
            <a:ext cx="735600" cy="1887600"/>
          </a:xfrm>
          <a:prstGeom prst="plaque">
            <a:avLst>
              <a:gd name="adj" fmla="val 23940"/>
            </a:avLst>
          </a:prstGeom>
          <a:noFill/>
          <a:ln w="1905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" name="Google Shape;16;p2"/>
          <p:cNvSpPr/>
          <p:nvPr/>
        </p:nvSpPr>
        <p:spPr>
          <a:xfrm>
            <a:off x="103650" y="2243275"/>
            <a:ext cx="1042500" cy="635700"/>
          </a:xfrm>
          <a:prstGeom prst="hexagon">
            <a:avLst>
              <a:gd name="adj" fmla="val 40849"/>
              <a:gd name="vf" fmla="val 115470"/>
            </a:avLst>
          </a:prstGeom>
          <a:noFill/>
          <a:ln w="1905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" name="Google Shape;17;p2"/>
          <p:cNvSpPr/>
          <p:nvPr/>
        </p:nvSpPr>
        <p:spPr>
          <a:xfrm>
            <a:off x="442050" y="2378250"/>
            <a:ext cx="365700" cy="365700"/>
          </a:xfrm>
          <a:prstGeom prst="diamond">
            <a:avLst/>
          </a:prstGeom>
          <a:noFill/>
          <a:ln w="1905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" name="Google Shape;18;p2"/>
          <p:cNvSpPr/>
          <p:nvPr/>
        </p:nvSpPr>
        <p:spPr>
          <a:xfrm rot="5400000">
            <a:off x="8054975" y="342900"/>
            <a:ext cx="745800" cy="745800"/>
          </a:xfrm>
          <a:prstGeom prst="halfFrame">
            <a:avLst>
              <a:gd name="adj1" fmla="val 21319"/>
              <a:gd name="adj2" fmla="val 21319"/>
            </a:avLst>
          </a:prstGeom>
          <a:solidFill>
            <a:schemeClr val="accent2"/>
          </a:solidFill>
          <a:ln w="1905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" name="Google Shape;19;p2"/>
          <p:cNvSpPr/>
          <p:nvPr/>
        </p:nvSpPr>
        <p:spPr>
          <a:xfrm rot="10800000">
            <a:off x="8054975" y="4397825"/>
            <a:ext cx="745800" cy="745800"/>
          </a:xfrm>
          <a:prstGeom prst="halfFrame">
            <a:avLst>
              <a:gd name="adj1" fmla="val 21319"/>
              <a:gd name="adj2" fmla="val 21319"/>
            </a:avLst>
          </a:prstGeom>
          <a:solidFill>
            <a:schemeClr val="accent2"/>
          </a:solidFill>
          <a:ln w="1905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0" name="Google Shape;20;p2"/>
          <p:cNvGrpSpPr/>
          <p:nvPr/>
        </p:nvGrpSpPr>
        <p:grpSpPr>
          <a:xfrm>
            <a:off x="1249800" y="76325"/>
            <a:ext cx="7808400" cy="5067300"/>
            <a:chOff x="1249800" y="76325"/>
            <a:chExt cx="7808400" cy="5067300"/>
          </a:xfrm>
        </p:grpSpPr>
        <p:cxnSp>
          <p:nvCxnSpPr>
            <p:cNvPr id="21" name="Google Shape;21;p2"/>
            <p:cNvCxnSpPr/>
            <p:nvPr/>
          </p:nvCxnSpPr>
          <p:spPr>
            <a:xfrm>
              <a:off x="1249800" y="85800"/>
              <a:ext cx="7808400" cy="0"/>
            </a:xfrm>
            <a:prstGeom prst="straightConnector1">
              <a:avLst/>
            </a:prstGeom>
            <a:noFill/>
            <a:ln w="19050" cap="flat" cmpd="sng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2" name="Google Shape;22;p2"/>
            <p:cNvCxnSpPr/>
            <p:nvPr/>
          </p:nvCxnSpPr>
          <p:spPr>
            <a:xfrm rot="10800000">
              <a:off x="9058200" y="76325"/>
              <a:ext cx="0" cy="5067300"/>
            </a:xfrm>
            <a:prstGeom prst="straightConnector1">
              <a:avLst/>
            </a:prstGeom>
            <a:noFill/>
            <a:ln w="19050" cap="flat" cmpd="sng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23" name="Google Shape;23;p2"/>
          <p:cNvGrpSpPr/>
          <p:nvPr/>
        </p:nvGrpSpPr>
        <p:grpSpPr>
          <a:xfrm>
            <a:off x="1249800" y="162125"/>
            <a:ext cx="7722600" cy="4981500"/>
            <a:chOff x="1249800" y="162125"/>
            <a:chExt cx="7722600" cy="4981500"/>
          </a:xfrm>
        </p:grpSpPr>
        <p:cxnSp>
          <p:nvCxnSpPr>
            <p:cNvPr id="24" name="Google Shape;24;p2"/>
            <p:cNvCxnSpPr/>
            <p:nvPr/>
          </p:nvCxnSpPr>
          <p:spPr>
            <a:xfrm>
              <a:off x="1249800" y="171625"/>
              <a:ext cx="7722600" cy="0"/>
            </a:xfrm>
            <a:prstGeom prst="straightConnector1">
              <a:avLst/>
            </a:prstGeom>
            <a:noFill/>
            <a:ln w="19050" cap="flat" cmpd="sng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5" name="Google Shape;25;p2"/>
            <p:cNvCxnSpPr/>
            <p:nvPr/>
          </p:nvCxnSpPr>
          <p:spPr>
            <a:xfrm rot="10800000">
              <a:off x="8972375" y="162125"/>
              <a:ext cx="0" cy="4981500"/>
            </a:xfrm>
            <a:prstGeom prst="straightConnector1">
              <a:avLst/>
            </a:prstGeom>
            <a:noFill/>
            <a:ln w="19050" cap="flat" cmpd="sng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26" name="Google Shape;26;p2"/>
          <p:cNvGrpSpPr/>
          <p:nvPr/>
        </p:nvGrpSpPr>
        <p:grpSpPr>
          <a:xfrm>
            <a:off x="1249800" y="247925"/>
            <a:ext cx="7636800" cy="4895700"/>
            <a:chOff x="1249800" y="247925"/>
            <a:chExt cx="7636800" cy="4895700"/>
          </a:xfrm>
        </p:grpSpPr>
        <p:cxnSp>
          <p:nvCxnSpPr>
            <p:cNvPr id="27" name="Google Shape;27;p2"/>
            <p:cNvCxnSpPr/>
            <p:nvPr/>
          </p:nvCxnSpPr>
          <p:spPr>
            <a:xfrm>
              <a:off x="1249800" y="257425"/>
              <a:ext cx="7636800" cy="0"/>
            </a:xfrm>
            <a:prstGeom prst="straightConnector1">
              <a:avLst/>
            </a:prstGeom>
            <a:noFill/>
            <a:ln w="19050" cap="flat" cmpd="sng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8" name="Google Shape;28;p2"/>
            <p:cNvCxnSpPr/>
            <p:nvPr/>
          </p:nvCxnSpPr>
          <p:spPr>
            <a:xfrm rot="10800000">
              <a:off x="8886575" y="247925"/>
              <a:ext cx="0" cy="4895700"/>
            </a:xfrm>
            <a:prstGeom prst="straightConnector1">
              <a:avLst/>
            </a:prstGeom>
            <a:noFill/>
            <a:ln w="19050" cap="flat" cmpd="sng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29" name="Google Shape;29;p2"/>
          <p:cNvSpPr txBox="1">
            <a:spLocks noGrp="1"/>
          </p:cNvSpPr>
          <p:nvPr>
            <p:ph type="ctrTitle"/>
          </p:nvPr>
        </p:nvSpPr>
        <p:spPr>
          <a:xfrm>
            <a:off x="2418125" y="1304525"/>
            <a:ext cx="5325600" cy="1574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Font typeface="STIX Two Text SemiBold"/>
              <a:buNone/>
              <a:defRPr sz="4800">
                <a:solidFill>
                  <a:schemeClr val="accen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None/>
              <a:defRPr sz="4800">
                <a:solidFill>
                  <a:schemeClr val="accen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None/>
              <a:defRPr sz="4800">
                <a:solidFill>
                  <a:schemeClr val="accen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None/>
              <a:defRPr sz="4800">
                <a:solidFill>
                  <a:schemeClr val="accen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None/>
              <a:defRPr sz="4800">
                <a:solidFill>
                  <a:schemeClr val="accen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None/>
              <a:defRPr sz="4800">
                <a:solidFill>
                  <a:schemeClr val="accen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None/>
              <a:defRPr sz="4800">
                <a:solidFill>
                  <a:schemeClr val="accen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None/>
              <a:defRPr sz="4800">
                <a:solidFill>
                  <a:schemeClr val="accen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None/>
              <a:defRPr sz="4800">
                <a:solidFill>
                  <a:schemeClr val="accent2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_1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3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2" name="Google Shape;32;p3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Char char="●"/>
              <a:defRPr>
                <a:solidFill>
                  <a:schemeClr val="lt2"/>
                </a:solidFill>
              </a:defRPr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Char char="○"/>
              <a:defRPr>
                <a:solidFill>
                  <a:schemeClr val="lt2"/>
                </a:solidFill>
              </a:defRPr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Char char="■"/>
              <a:defRPr>
                <a:solidFill>
                  <a:schemeClr val="lt2"/>
                </a:solidFill>
              </a:defRPr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Char char="●"/>
              <a:defRPr>
                <a:solidFill>
                  <a:schemeClr val="lt2"/>
                </a:solidFill>
              </a:defRPr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Char char="○"/>
              <a:defRPr>
                <a:solidFill>
                  <a:schemeClr val="lt2"/>
                </a:solidFill>
              </a:defRPr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Char char="■"/>
              <a:defRPr>
                <a:solidFill>
                  <a:schemeClr val="lt2"/>
                </a:solidFill>
              </a:defRPr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Char char="●"/>
              <a:defRPr>
                <a:solidFill>
                  <a:schemeClr val="lt2"/>
                </a:solidFill>
              </a:defRPr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Char char="○"/>
              <a:defRPr>
                <a:solidFill>
                  <a:schemeClr val="lt2"/>
                </a:solidFill>
              </a:defRPr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Char char="■"/>
              <a:defRPr>
                <a:solidFill>
                  <a:schemeClr val="lt2"/>
                </a:solidFill>
              </a:defRPr>
            </a:lvl9pPr>
          </a:lstStyle>
          <a:p>
            <a:endParaRPr/>
          </a:p>
        </p:txBody>
      </p:sp>
      <p:sp>
        <p:nvSpPr>
          <p:cNvPr id="33" name="Google Shape;33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_1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4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" name="Google Shape;36;p4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7" name="Google Shape;37;p4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8" name="Google Shape;38;p4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39" name="Google Shape;3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big ideas">
  <p:cSld name="CUSTOM_1_4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2" name="Google Shape;42;p5"/>
          <p:cNvSpPr txBox="1">
            <a:spLocks noGrp="1"/>
          </p:cNvSpPr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5"/>
          <p:cNvSpPr txBox="1">
            <a:spLocks noGrp="1"/>
          </p:cNvSpPr>
          <p:nvPr>
            <p:ph type="body" idx="1"/>
          </p:nvPr>
        </p:nvSpPr>
        <p:spPr>
          <a:xfrm>
            <a:off x="483150" y="2237788"/>
            <a:ext cx="3619800" cy="237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Char char="●"/>
              <a:defRPr>
                <a:solidFill>
                  <a:schemeClr val="lt2"/>
                </a:solidFill>
              </a:defRPr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Char char="○"/>
              <a:defRPr>
                <a:solidFill>
                  <a:schemeClr val="lt2"/>
                </a:solidFill>
              </a:defRPr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Char char="■"/>
              <a:defRPr>
                <a:solidFill>
                  <a:schemeClr val="lt2"/>
                </a:solidFill>
              </a:defRPr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Char char="●"/>
              <a:defRPr>
                <a:solidFill>
                  <a:schemeClr val="lt2"/>
                </a:solidFill>
              </a:defRPr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Char char="○"/>
              <a:defRPr>
                <a:solidFill>
                  <a:schemeClr val="lt2"/>
                </a:solidFill>
              </a:defRPr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Char char="■"/>
              <a:defRPr>
                <a:solidFill>
                  <a:schemeClr val="lt2"/>
                </a:solidFill>
              </a:defRPr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Char char="●"/>
              <a:defRPr>
                <a:solidFill>
                  <a:schemeClr val="lt2"/>
                </a:solidFill>
              </a:defRPr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Char char="○"/>
              <a:defRPr>
                <a:solidFill>
                  <a:schemeClr val="lt2"/>
                </a:solidFill>
              </a:defRPr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Char char="■"/>
              <a:defRPr>
                <a:solidFill>
                  <a:schemeClr val="lt2"/>
                </a:solidFill>
              </a:defRPr>
            </a:lvl9pPr>
          </a:lstStyle>
          <a:p>
            <a:endParaRPr/>
          </a:p>
        </p:txBody>
      </p:sp>
      <p:sp>
        <p:nvSpPr>
          <p:cNvPr id="44" name="Google Shape;44;p5"/>
          <p:cNvSpPr txBox="1">
            <a:spLocks noGrp="1"/>
          </p:cNvSpPr>
          <p:nvPr>
            <p:ph type="body" idx="2"/>
          </p:nvPr>
        </p:nvSpPr>
        <p:spPr>
          <a:xfrm>
            <a:off x="5048000" y="2237788"/>
            <a:ext cx="3619800" cy="237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Char char="●"/>
              <a:defRPr>
                <a:solidFill>
                  <a:schemeClr val="lt2"/>
                </a:solidFill>
              </a:defRPr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Char char="○"/>
              <a:defRPr>
                <a:solidFill>
                  <a:schemeClr val="lt2"/>
                </a:solidFill>
              </a:defRPr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Char char="■"/>
              <a:defRPr>
                <a:solidFill>
                  <a:schemeClr val="lt2"/>
                </a:solidFill>
              </a:defRPr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Char char="●"/>
              <a:defRPr>
                <a:solidFill>
                  <a:schemeClr val="lt2"/>
                </a:solidFill>
              </a:defRPr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Char char="○"/>
              <a:defRPr>
                <a:solidFill>
                  <a:schemeClr val="lt2"/>
                </a:solidFill>
              </a:defRPr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Char char="■"/>
              <a:defRPr>
                <a:solidFill>
                  <a:schemeClr val="lt2"/>
                </a:solidFill>
              </a:defRPr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Char char="●"/>
              <a:defRPr>
                <a:solidFill>
                  <a:schemeClr val="lt2"/>
                </a:solidFill>
              </a:defRPr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Char char="○"/>
              <a:defRPr>
                <a:solidFill>
                  <a:schemeClr val="lt2"/>
                </a:solidFill>
              </a:defRPr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Char char="■"/>
              <a:defRPr>
                <a:solidFill>
                  <a:schemeClr val="lt2"/>
                </a:solidFill>
              </a:defRPr>
            </a:lvl9pPr>
          </a:lstStyle>
          <a:p>
            <a:endParaRPr/>
          </a:p>
        </p:txBody>
      </p:sp>
      <p:sp>
        <p:nvSpPr>
          <p:cNvPr id="45" name="Google Shape;45;p5"/>
          <p:cNvSpPr txBox="1">
            <a:spLocks noGrp="1"/>
          </p:cNvSpPr>
          <p:nvPr>
            <p:ph type="subTitle" idx="3"/>
          </p:nvPr>
        </p:nvSpPr>
        <p:spPr>
          <a:xfrm>
            <a:off x="483150" y="1336161"/>
            <a:ext cx="3619800" cy="54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None/>
              <a:defRPr sz="2000">
                <a:solidFill>
                  <a:schemeClr val="l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None/>
              <a:defRPr sz="2000">
                <a:solidFill>
                  <a:schemeClr val="l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None/>
              <a:defRPr sz="2000">
                <a:solidFill>
                  <a:schemeClr val="l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None/>
              <a:defRPr sz="2000">
                <a:solidFill>
                  <a:schemeClr val="l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None/>
              <a:defRPr sz="2000">
                <a:solidFill>
                  <a:schemeClr val="l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None/>
              <a:defRPr sz="2000">
                <a:solidFill>
                  <a:schemeClr val="l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None/>
              <a:defRPr sz="2000">
                <a:solidFill>
                  <a:schemeClr val="l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None/>
              <a:defRPr sz="2000">
                <a:solidFill>
                  <a:schemeClr val="l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None/>
              <a:defRPr sz="2000">
                <a:solidFill>
                  <a:schemeClr val="lt2"/>
                </a:solidFill>
              </a:defRPr>
            </a:lvl9pPr>
          </a:lstStyle>
          <a:p>
            <a:endParaRPr/>
          </a:p>
        </p:txBody>
      </p:sp>
      <p:sp>
        <p:nvSpPr>
          <p:cNvPr id="46" name="Google Shape;46;p5"/>
          <p:cNvSpPr txBox="1">
            <a:spLocks noGrp="1"/>
          </p:cNvSpPr>
          <p:nvPr>
            <p:ph type="subTitle" idx="4"/>
          </p:nvPr>
        </p:nvSpPr>
        <p:spPr>
          <a:xfrm>
            <a:off x="5048000" y="1336161"/>
            <a:ext cx="3619800" cy="54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None/>
              <a:defRPr sz="2000">
                <a:solidFill>
                  <a:schemeClr val="l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None/>
              <a:defRPr sz="2000">
                <a:solidFill>
                  <a:schemeClr val="l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None/>
              <a:defRPr sz="2000">
                <a:solidFill>
                  <a:schemeClr val="l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None/>
              <a:defRPr sz="2000">
                <a:solidFill>
                  <a:schemeClr val="l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None/>
              <a:defRPr sz="2000">
                <a:solidFill>
                  <a:schemeClr val="l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None/>
              <a:defRPr sz="2000">
                <a:solidFill>
                  <a:schemeClr val="l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None/>
              <a:defRPr sz="2000">
                <a:solidFill>
                  <a:schemeClr val="l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None/>
              <a:defRPr sz="2000">
                <a:solidFill>
                  <a:schemeClr val="l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None/>
              <a:defRPr sz="2000">
                <a:solidFill>
                  <a:schemeClr val="lt2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 with details">
  <p:cSld name="TITLE_1">
    <p:bg>
      <p:bgPr>
        <a:solidFill>
          <a:schemeClr val="lt2"/>
        </a:solidFill>
        <a:effectLst/>
      </p:bgPr>
    </p:bg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6"/>
          <p:cNvSpPr/>
          <p:nvPr/>
        </p:nvSpPr>
        <p:spPr>
          <a:xfrm>
            <a:off x="0" y="342900"/>
            <a:ext cx="8800800" cy="48006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" name="Google Shape;49;p6"/>
          <p:cNvSpPr txBox="1">
            <a:spLocks noGrp="1"/>
          </p:cNvSpPr>
          <p:nvPr>
            <p:ph type="subTitle" idx="1"/>
          </p:nvPr>
        </p:nvSpPr>
        <p:spPr>
          <a:xfrm>
            <a:off x="2418125" y="2878925"/>
            <a:ext cx="5325600" cy="74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Plus Jakarta Sans Medium"/>
              <a:buNone/>
              <a:defRPr sz="2000">
                <a:solidFill>
                  <a:schemeClr val="accent2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Plus Jakarta Sans Medium"/>
              <a:buNone/>
              <a:defRPr sz="2000">
                <a:solidFill>
                  <a:schemeClr val="accent2"/>
                </a:solidFill>
              </a:defRPr>
            </a:lvl2pPr>
            <a:lvl3pPr lvl="2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Plus Jakarta Sans Medium"/>
              <a:buNone/>
              <a:defRPr sz="2000">
                <a:solidFill>
                  <a:schemeClr val="accent2"/>
                </a:solidFill>
              </a:defRPr>
            </a:lvl3pPr>
            <a:lvl4pPr lvl="3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Plus Jakarta Sans Medium"/>
              <a:buNone/>
              <a:defRPr sz="2000">
                <a:solidFill>
                  <a:schemeClr val="accent2"/>
                </a:solidFill>
              </a:defRPr>
            </a:lvl4pPr>
            <a:lvl5pPr lvl="4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Plus Jakarta Sans Medium"/>
              <a:buNone/>
              <a:defRPr sz="2000">
                <a:solidFill>
                  <a:schemeClr val="accent2"/>
                </a:solidFill>
              </a:defRPr>
            </a:lvl5pPr>
            <a:lvl6pPr lvl="5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Plus Jakarta Sans Medium"/>
              <a:buNone/>
              <a:defRPr sz="2000">
                <a:solidFill>
                  <a:schemeClr val="accent2"/>
                </a:solidFill>
              </a:defRPr>
            </a:lvl6pPr>
            <a:lvl7pPr lvl="6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Plus Jakarta Sans Medium"/>
              <a:buNone/>
              <a:defRPr sz="2000">
                <a:solidFill>
                  <a:schemeClr val="accent2"/>
                </a:solidFill>
              </a:defRPr>
            </a:lvl7pPr>
            <a:lvl8pPr lvl="7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Plus Jakarta Sans Medium"/>
              <a:buNone/>
              <a:defRPr sz="2000">
                <a:solidFill>
                  <a:schemeClr val="accent2"/>
                </a:solidFill>
              </a:defRPr>
            </a:lvl8pPr>
            <a:lvl9pPr lvl="8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Plus Jakarta Sans Medium"/>
              <a:buNone/>
              <a:defRPr sz="2000">
                <a:solidFill>
                  <a:schemeClr val="accent2"/>
                </a:solidFill>
              </a:defRPr>
            </a:lvl9pPr>
          </a:lstStyle>
          <a:p>
            <a:endParaRPr/>
          </a:p>
        </p:txBody>
      </p:sp>
      <p:sp>
        <p:nvSpPr>
          <p:cNvPr id="50" name="Google Shape;50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1" name="Google Shape;51;p6"/>
          <p:cNvSpPr/>
          <p:nvPr/>
        </p:nvSpPr>
        <p:spPr>
          <a:xfrm>
            <a:off x="0" y="0"/>
            <a:ext cx="1249800" cy="5143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2"/>
              </a:solidFill>
            </a:endParaRPr>
          </a:p>
        </p:txBody>
      </p:sp>
      <p:sp>
        <p:nvSpPr>
          <p:cNvPr id="52" name="Google Shape;52;p6"/>
          <p:cNvSpPr/>
          <p:nvPr/>
        </p:nvSpPr>
        <p:spPr>
          <a:xfrm>
            <a:off x="257100" y="3085450"/>
            <a:ext cx="735600" cy="1890600"/>
          </a:xfrm>
          <a:prstGeom prst="plaque">
            <a:avLst>
              <a:gd name="adj" fmla="val 23940"/>
            </a:avLst>
          </a:prstGeom>
          <a:noFill/>
          <a:ln w="1905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" name="Google Shape;53;p6"/>
          <p:cNvSpPr/>
          <p:nvPr/>
        </p:nvSpPr>
        <p:spPr>
          <a:xfrm>
            <a:off x="257100" y="167525"/>
            <a:ext cx="735600" cy="1887600"/>
          </a:xfrm>
          <a:prstGeom prst="plaque">
            <a:avLst>
              <a:gd name="adj" fmla="val 23940"/>
            </a:avLst>
          </a:prstGeom>
          <a:noFill/>
          <a:ln w="1905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" name="Google Shape;54;p6"/>
          <p:cNvSpPr/>
          <p:nvPr/>
        </p:nvSpPr>
        <p:spPr>
          <a:xfrm>
            <a:off x="103650" y="2243275"/>
            <a:ext cx="1042500" cy="635700"/>
          </a:xfrm>
          <a:prstGeom prst="hexagon">
            <a:avLst>
              <a:gd name="adj" fmla="val 40849"/>
              <a:gd name="vf" fmla="val 115470"/>
            </a:avLst>
          </a:prstGeom>
          <a:noFill/>
          <a:ln w="1905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" name="Google Shape;55;p6"/>
          <p:cNvSpPr/>
          <p:nvPr/>
        </p:nvSpPr>
        <p:spPr>
          <a:xfrm>
            <a:off x="442050" y="2378250"/>
            <a:ext cx="365700" cy="365700"/>
          </a:xfrm>
          <a:prstGeom prst="diamond">
            <a:avLst/>
          </a:prstGeom>
          <a:noFill/>
          <a:ln w="1905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" name="Google Shape;56;p6"/>
          <p:cNvSpPr/>
          <p:nvPr/>
        </p:nvSpPr>
        <p:spPr>
          <a:xfrm rot="5400000">
            <a:off x="8054975" y="342900"/>
            <a:ext cx="745800" cy="745800"/>
          </a:xfrm>
          <a:prstGeom prst="halfFrame">
            <a:avLst>
              <a:gd name="adj1" fmla="val 21319"/>
              <a:gd name="adj2" fmla="val 21319"/>
            </a:avLst>
          </a:prstGeom>
          <a:solidFill>
            <a:schemeClr val="accent2"/>
          </a:solidFill>
          <a:ln w="1905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" name="Google Shape;57;p6"/>
          <p:cNvSpPr/>
          <p:nvPr/>
        </p:nvSpPr>
        <p:spPr>
          <a:xfrm rot="10800000">
            <a:off x="8054975" y="4397825"/>
            <a:ext cx="745800" cy="745800"/>
          </a:xfrm>
          <a:prstGeom prst="halfFrame">
            <a:avLst>
              <a:gd name="adj1" fmla="val 21319"/>
              <a:gd name="adj2" fmla="val 21319"/>
            </a:avLst>
          </a:prstGeom>
          <a:solidFill>
            <a:schemeClr val="accent2"/>
          </a:solidFill>
          <a:ln w="1905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58" name="Google Shape;58;p6"/>
          <p:cNvGrpSpPr/>
          <p:nvPr/>
        </p:nvGrpSpPr>
        <p:grpSpPr>
          <a:xfrm>
            <a:off x="1249800" y="76325"/>
            <a:ext cx="7808400" cy="5067300"/>
            <a:chOff x="1249800" y="76325"/>
            <a:chExt cx="7808400" cy="5067300"/>
          </a:xfrm>
        </p:grpSpPr>
        <p:cxnSp>
          <p:nvCxnSpPr>
            <p:cNvPr id="59" name="Google Shape;59;p6"/>
            <p:cNvCxnSpPr/>
            <p:nvPr/>
          </p:nvCxnSpPr>
          <p:spPr>
            <a:xfrm>
              <a:off x="1249800" y="85800"/>
              <a:ext cx="7808400" cy="0"/>
            </a:xfrm>
            <a:prstGeom prst="straightConnector1">
              <a:avLst/>
            </a:prstGeom>
            <a:noFill/>
            <a:ln w="19050" cap="flat" cmpd="sng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0" name="Google Shape;60;p6"/>
            <p:cNvCxnSpPr/>
            <p:nvPr/>
          </p:nvCxnSpPr>
          <p:spPr>
            <a:xfrm rot="10800000">
              <a:off x="9058200" y="76325"/>
              <a:ext cx="0" cy="5067300"/>
            </a:xfrm>
            <a:prstGeom prst="straightConnector1">
              <a:avLst/>
            </a:prstGeom>
            <a:noFill/>
            <a:ln w="19050" cap="flat" cmpd="sng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61" name="Google Shape;61;p6"/>
          <p:cNvGrpSpPr/>
          <p:nvPr/>
        </p:nvGrpSpPr>
        <p:grpSpPr>
          <a:xfrm>
            <a:off x="1249800" y="162125"/>
            <a:ext cx="7722600" cy="4981500"/>
            <a:chOff x="1249800" y="162125"/>
            <a:chExt cx="7722600" cy="4981500"/>
          </a:xfrm>
        </p:grpSpPr>
        <p:cxnSp>
          <p:nvCxnSpPr>
            <p:cNvPr id="62" name="Google Shape;62;p6"/>
            <p:cNvCxnSpPr/>
            <p:nvPr/>
          </p:nvCxnSpPr>
          <p:spPr>
            <a:xfrm>
              <a:off x="1249800" y="171625"/>
              <a:ext cx="7722600" cy="0"/>
            </a:xfrm>
            <a:prstGeom prst="straightConnector1">
              <a:avLst/>
            </a:prstGeom>
            <a:noFill/>
            <a:ln w="19050" cap="flat" cmpd="sng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3" name="Google Shape;63;p6"/>
            <p:cNvCxnSpPr/>
            <p:nvPr/>
          </p:nvCxnSpPr>
          <p:spPr>
            <a:xfrm rot="10800000">
              <a:off x="8972375" y="162125"/>
              <a:ext cx="0" cy="4981500"/>
            </a:xfrm>
            <a:prstGeom prst="straightConnector1">
              <a:avLst/>
            </a:prstGeom>
            <a:noFill/>
            <a:ln w="19050" cap="flat" cmpd="sng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64" name="Google Shape;64;p6"/>
          <p:cNvGrpSpPr/>
          <p:nvPr/>
        </p:nvGrpSpPr>
        <p:grpSpPr>
          <a:xfrm>
            <a:off x="1249800" y="247925"/>
            <a:ext cx="7636800" cy="4895700"/>
            <a:chOff x="1249800" y="247925"/>
            <a:chExt cx="7636800" cy="4895700"/>
          </a:xfrm>
        </p:grpSpPr>
        <p:cxnSp>
          <p:nvCxnSpPr>
            <p:cNvPr id="65" name="Google Shape;65;p6"/>
            <p:cNvCxnSpPr/>
            <p:nvPr/>
          </p:nvCxnSpPr>
          <p:spPr>
            <a:xfrm>
              <a:off x="1249800" y="257425"/>
              <a:ext cx="7636800" cy="0"/>
            </a:xfrm>
            <a:prstGeom prst="straightConnector1">
              <a:avLst/>
            </a:prstGeom>
            <a:noFill/>
            <a:ln w="19050" cap="flat" cmpd="sng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6" name="Google Shape;66;p6"/>
            <p:cNvCxnSpPr/>
            <p:nvPr/>
          </p:nvCxnSpPr>
          <p:spPr>
            <a:xfrm rot="10800000">
              <a:off x="8886575" y="247925"/>
              <a:ext cx="0" cy="4895700"/>
            </a:xfrm>
            <a:prstGeom prst="straightConnector1">
              <a:avLst/>
            </a:prstGeom>
            <a:noFill/>
            <a:ln w="19050" cap="flat" cmpd="sng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67" name="Google Shape;67;p6"/>
          <p:cNvSpPr txBox="1">
            <a:spLocks noGrp="1"/>
          </p:cNvSpPr>
          <p:nvPr>
            <p:ph type="ctrTitle"/>
          </p:nvPr>
        </p:nvSpPr>
        <p:spPr>
          <a:xfrm>
            <a:off x="2418125" y="1304525"/>
            <a:ext cx="5325600" cy="1574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Font typeface="STIX Two Text SemiBold"/>
              <a:buNone/>
              <a:defRPr sz="4800">
                <a:solidFill>
                  <a:schemeClr val="accen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None/>
              <a:defRPr sz="4800">
                <a:solidFill>
                  <a:schemeClr val="accen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None/>
              <a:defRPr sz="4800">
                <a:solidFill>
                  <a:schemeClr val="accen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None/>
              <a:defRPr sz="4800">
                <a:solidFill>
                  <a:schemeClr val="accen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None/>
              <a:defRPr sz="4800">
                <a:solidFill>
                  <a:schemeClr val="accen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None/>
              <a:defRPr sz="4800">
                <a:solidFill>
                  <a:schemeClr val="accen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None/>
              <a:defRPr sz="4800">
                <a:solidFill>
                  <a:schemeClr val="accen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None/>
              <a:defRPr sz="4800">
                <a:solidFill>
                  <a:schemeClr val="accen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None/>
              <a:defRPr sz="4800">
                <a:solidFill>
                  <a:schemeClr val="accent2"/>
                </a:solidFill>
              </a:defRPr>
            </a:lvl9pPr>
          </a:lstStyle>
          <a:p>
            <a:endParaRPr/>
          </a:p>
        </p:txBody>
      </p:sp>
      <p:sp>
        <p:nvSpPr>
          <p:cNvPr id="68" name="Google Shape;68;p6"/>
          <p:cNvSpPr txBox="1">
            <a:spLocks noGrp="1"/>
          </p:cNvSpPr>
          <p:nvPr>
            <p:ph type="subTitle" idx="2"/>
          </p:nvPr>
        </p:nvSpPr>
        <p:spPr>
          <a:xfrm>
            <a:off x="2418125" y="3777425"/>
            <a:ext cx="2198100" cy="256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STIX Two Text Medium"/>
              <a:buNone/>
              <a:defRPr>
                <a:solidFill>
                  <a:schemeClr val="lt2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STIX Two Text Medium"/>
              <a:buNone/>
              <a:defRPr>
                <a:solidFill>
                  <a:schemeClr val="lt2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defRPr>
            </a:lvl2pPr>
            <a:lvl3pPr lvl="2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STIX Two Text Medium"/>
              <a:buNone/>
              <a:defRPr>
                <a:solidFill>
                  <a:schemeClr val="lt2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defRPr>
            </a:lvl3pPr>
            <a:lvl4pPr lvl="3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STIX Two Text Medium"/>
              <a:buNone/>
              <a:defRPr>
                <a:solidFill>
                  <a:schemeClr val="lt2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defRPr>
            </a:lvl4pPr>
            <a:lvl5pPr lvl="4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STIX Two Text Medium"/>
              <a:buNone/>
              <a:defRPr>
                <a:solidFill>
                  <a:schemeClr val="lt2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defRPr>
            </a:lvl5pPr>
            <a:lvl6pPr lvl="5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STIX Two Text Medium"/>
              <a:buNone/>
              <a:defRPr>
                <a:solidFill>
                  <a:schemeClr val="lt2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defRPr>
            </a:lvl6pPr>
            <a:lvl7pPr lvl="6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STIX Two Text Medium"/>
              <a:buNone/>
              <a:defRPr>
                <a:solidFill>
                  <a:schemeClr val="lt2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defRPr>
            </a:lvl7pPr>
            <a:lvl8pPr lvl="7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STIX Two Text Medium"/>
              <a:buNone/>
              <a:defRPr>
                <a:solidFill>
                  <a:schemeClr val="lt2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defRPr>
            </a:lvl8pPr>
            <a:lvl9pPr lvl="8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STIX Two Text Medium"/>
              <a:buNone/>
              <a:defRPr>
                <a:solidFill>
                  <a:schemeClr val="lt2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defRPr>
            </a:lvl9pPr>
          </a:lstStyle>
          <a:p>
            <a:endParaRPr/>
          </a:p>
        </p:txBody>
      </p:sp>
      <p:sp>
        <p:nvSpPr>
          <p:cNvPr id="69" name="Google Shape;69;p6"/>
          <p:cNvSpPr txBox="1">
            <a:spLocks noGrp="1"/>
          </p:cNvSpPr>
          <p:nvPr>
            <p:ph type="subTitle" idx="3"/>
          </p:nvPr>
        </p:nvSpPr>
        <p:spPr>
          <a:xfrm>
            <a:off x="5545625" y="3777425"/>
            <a:ext cx="2198100" cy="256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STIX Two Text Medium"/>
              <a:buNone/>
              <a:defRPr>
                <a:solidFill>
                  <a:schemeClr val="lt2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STIX Two Text Medium"/>
              <a:buNone/>
              <a:defRPr>
                <a:solidFill>
                  <a:schemeClr val="lt2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defRPr>
            </a:lvl2pPr>
            <a:lvl3pPr lvl="2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STIX Two Text Medium"/>
              <a:buNone/>
              <a:defRPr>
                <a:solidFill>
                  <a:schemeClr val="lt2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defRPr>
            </a:lvl3pPr>
            <a:lvl4pPr lvl="3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STIX Two Text Medium"/>
              <a:buNone/>
              <a:defRPr>
                <a:solidFill>
                  <a:schemeClr val="lt2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defRPr>
            </a:lvl4pPr>
            <a:lvl5pPr lvl="4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STIX Two Text Medium"/>
              <a:buNone/>
              <a:defRPr>
                <a:solidFill>
                  <a:schemeClr val="lt2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defRPr>
            </a:lvl5pPr>
            <a:lvl6pPr lvl="5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STIX Two Text Medium"/>
              <a:buNone/>
              <a:defRPr>
                <a:solidFill>
                  <a:schemeClr val="lt2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defRPr>
            </a:lvl6pPr>
            <a:lvl7pPr lvl="6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STIX Two Text Medium"/>
              <a:buNone/>
              <a:defRPr>
                <a:solidFill>
                  <a:schemeClr val="lt2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defRPr>
            </a:lvl7pPr>
            <a:lvl8pPr lvl="7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STIX Two Text Medium"/>
              <a:buNone/>
              <a:defRPr>
                <a:solidFill>
                  <a:schemeClr val="lt2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defRPr>
            </a:lvl8pPr>
            <a:lvl9pPr lvl="8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STIX Two Text Medium"/>
              <a:buNone/>
              <a:defRPr>
                <a:solidFill>
                  <a:schemeClr val="lt2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defRPr>
            </a:lvl9pPr>
          </a:lstStyle>
          <a:p>
            <a:endParaRPr/>
          </a:p>
        </p:txBody>
      </p:sp>
      <p:sp>
        <p:nvSpPr>
          <p:cNvPr id="70" name="Google Shape;70;p6"/>
          <p:cNvSpPr txBox="1">
            <a:spLocks noGrp="1"/>
          </p:cNvSpPr>
          <p:nvPr>
            <p:ph type="subTitle" idx="4"/>
          </p:nvPr>
        </p:nvSpPr>
        <p:spPr>
          <a:xfrm rot="-5400000">
            <a:off x="-225675" y="945575"/>
            <a:ext cx="1701300" cy="331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STIX Two Text Medium"/>
              <a:buNone/>
              <a:defRPr>
                <a:solidFill>
                  <a:schemeClr val="accent2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STIX Two Text Medium"/>
              <a:buNone/>
              <a:defRPr>
                <a:solidFill>
                  <a:schemeClr val="accent2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STIX Two Text Medium"/>
              <a:buNone/>
              <a:defRPr>
                <a:solidFill>
                  <a:schemeClr val="accent2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STIX Two Text Medium"/>
              <a:buNone/>
              <a:defRPr>
                <a:solidFill>
                  <a:schemeClr val="accent2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STIX Two Text Medium"/>
              <a:buNone/>
              <a:defRPr>
                <a:solidFill>
                  <a:schemeClr val="accent2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STIX Two Text Medium"/>
              <a:buNone/>
              <a:defRPr>
                <a:solidFill>
                  <a:schemeClr val="accent2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STIX Two Text Medium"/>
              <a:buNone/>
              <a:defRPr>
                <a:solidFill>
                  <a:schemeClr val="accent2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STIX Two Text Medium"/>
              <a:buNone/>
              <a:defRPr>
                <a:solidFill>
                  <a:schemeClr val="accent2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STIX Two Text Medium"/>
              <a:buNone/>
              <a:defRPr>
                <a:solidFill>
                  <a:schemeClr val="accent2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defRPr>
            </a:lvl9pPr>
          </a:lstStyle>
          <a:p>
            <a:endParaRPr/>
          </a:p>
        </p:txBody>
      </p:sp>
      <p:sp>
        <p:nvSpPr>
          <p:cNvPr id="71" name="Google Shape;71;p6"/>
          <p:cNvSpPr txBox="1">
            <a:spLocks noGrp="1"/>
          </p:cNvSpPr>
          <p:nvPr>
            <p:ph type="subTitle" idx="5"/>
          </p:nvPr>
        </p:nvSpPr>
        <p:spPr>
          <a:xfrm rot="-5400000">
            <a:off x="-225675" y="3868125"/>
            <a:ext cx="1701300" cy="331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STIX Two Text Medium"/>
              <a:buNone/>
              <a:defRPr>
                <a:solidFill>
                  <a:schemeClr val="accent2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STIX Two Text Medium"/>
              <a:buNone/>
              <a:defRPr>
                <a:solidFill>
                  <a:schemeClr val="accent2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defRPr>
            </a:lvl2pPr>
            <a:lvl3pPr lvl="2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STIX Two Text Medium"/>
              <a:buNone/>
              <a:defRPr>
                <a:solidFill>
                  <a:schemeClr val="accent2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defRPr>
            </a:lvl3pPr>
            <a:lvl4pPr lvl="3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STIX Two Text Medium"/>
              <a:buNone/>
              <a:defRPr>
                <a:solidFill>
                  <a:schemeClr val="accent2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defRPr>
            </a:lvl4pPr>
            <a:lvl5pPr lvl="4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STIX Two Text Medium"/>
              <a:buNone/>
              <a:defRPr>
                <a:solidFill>
                  <a:schemeClr val="accent2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defRPr>
            </a:lvl5pPr>
            <a:lvl6pPr lvl="5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STIX Two Text Medium"/>
              <a:buNone/>
              <a:defRPr>
                <a:solidFill>
                  <a:schemeClr val="accent2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defRPr>
            </a:lvl6pPr>
            <a:lvl7pPr lvl="6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STIX Two Text Medium"/>
              <a:buNone/>
              <a:defRPr>
                <a:solidFill>
                  <a:schemeClr val="accent2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defRPr>
            </a:lvl7pPr>
            <a:lvl8pPr lvl="7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STIX Two Text Medium"/>
              <a:buNone/>
              <a:defRPr>
                <a:solidFill>
                  <a:schemeClr val="accent2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defRPr>
            </a:lvl8pPr>
            <a:lvl9pPr lvl="8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STIX Two Text Medium"/>
              <a:buNone/>
              <a:defRPr>
                <a:solidFill>
                  <a:schemeClr val="accent2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defRPr>
            </a:lvl9pPr>
          </a:lstStyle>
          <a:p>
            <a:endParaRPr/>
          </a:p>
        </p:txBody>
      </p:sp>
      <p:sp>
        <p:nvSpPr>
          <p:cNvPr id="72" name="Google Shape;72;p6"/>
          <p:cNvSpPr txBox="1">
            <a:spLocks noGrp="1"/>
          </p:cNvSpPr>
          <p:nvPr>
            <p:ph type="body" idx="6"/>
          </p:nvPr>
        </p:nvSpPr>
        <p:spPr>
          <a:xfrm>
            <a:off x="2418125" y="4033925"/>
            <a:ext cx="2198100" cy="86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Plus Jakarta Sans Medium"/>
              <a:buChar char="●"/>
              <a:defRPr>
                <a:solidFill>
                  <a:schemeClr val="lt2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Plus Jakarta Sans Medium"/>
              <a:buChar char="○"/>
              <a:defRPr>
                <a:solidFill>
                  <a:schemeClr val="lt2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Plus Jakarta Sans Medium"/>
              <a:buChar char="■"/>
              <a:defRPr>
                <a:solidFill>
                  <a:schemeClr val="lt2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Plus Jakarta Sans Medium"/>
              <a:buChar char="●"/>
              <a:defRPr>
                <a:solidFill>
                  <a:schemeClr val="lt2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Plus Jakarta Sans Medium"/>
              <a:buChar char="○"/>
              <a:defRPr>
                <a:solidFill>
                  <a:schemeClr val="lt2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Plus Jakarta Sans Medium"/>
              <a:buChar char="■"/>
              <a:defRPr>
                <a:solidFill>
                  <a:schemeClr val="lt2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Plus Jakarta Sans Medium"/>
              <a:buChar char="●"/>
              <a:defRPr>
                <a:solidFill>
                  <a:schemeClr val="lt2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Plus Jakarta Sans Medium"/>
              <a:buChar char="○"/>
              <a:defRPr>
                <a:solidFill>
                  <a:schemeClr val="lt2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Plus Jakarta Sans Medium"/>
              <a:buChar char="■"/>
              <a:defRPr>
                <a:solidFill>
                  <a:schemeClr val="lt2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9pPr>
          </a:lstStyle>
          <a:p>
            <a:endParaRPr/>
          </a:p>
        </p:txBody>
      </p:sp>
      <p:sp>
        <p:nvSpPr>
          <p:cNvPr id="73" name="Google Shape;73;p6"/>
          <p:cNvSpPr txBox="1">
            <a:spLocks noGrp="1"/>
          </p:cNvSpPr>
          <p:nvPr>
            <p:ph type="body" idx="7"/>
          </p:nvPr>
        </p:nvSpPr>
        <p:spPr>
          <a:xfrm>
            <a:off x="5545613" y="4033925"/>
            <a:ext cx="2198100" cy="86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Plus Jakarta Sans Medium"/>
              <a:buChar char="●"/>
              <a:defRPr>
                <a:solidFill>
                  <a:schemeClr val="lt2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Plus Jakarta Sans Medium"/>
              <a:buChar char="○"/>
              <a:defRPr>
                <a:solidFill>
                  <a:schemeClr val="lt2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Plus Jakarta Sans Medium"/>
              <a:buChar char="■"/>
              <a:defRPr>
                <a:solidFill>
                  <a:schemeClr val="lt2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Plus Jakarta Sans Medium"/>
              <a:buChar char="●"/>
              <a:defRPr>
                <a:solidFill>
                  <a:schemeClr val="lt2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Plus Jakarta Sans Medium"/>
              <a:buChar char="○"/>
              <a:defRPr>
                <a:solidFill>
                  <a:schemeClr val="lt2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Plus Jakarta Sans Medium"/>
              <a:buChar char="■"/>
              <a:defRPr>
                <a:solidFill>
                  <a:schemeClr val="lt2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Plus Jakarta Sans Medium"/>
              <a:buChar char="●"/>
              <a:defRPr>
                <a:solidFill>
                  <a:schemeClr val="lt2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Plus Jakarta Sans Medium"/>
              <a:buChar char="○"/>
              <a:defRPr>
                <a:solidFill>
                  <a:schemeClr val="lt2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Plus Jakarta Sans Medium"/>
              <a:buChar char="■"/>
              <a:defRPr>
                <a:solidFill>
                  <a:schemeClr val="lt2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 type="secHead">
  <p:cSld name="SECTION_HEADER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5" name="Google Shape;75;p7"/>
          <p:cNvGrpSpPr/>
          <p:nvPr/>
        </p:nvGrpSpPr>
        <p:grpSpPr>
          <a:xfrm>
            <a:off x="0" y="455100"/>
            <a:ext cx="9144000" cy="4519401"/>
            <a:chOff x="0" y="455100"/>
            <a:chExt cx="9144000" cy="4519401"/>
          </a:xfrm>
        </p:grpSpPr>
        <p:sp>
          <p:nvSpPr>
            <p:cNvPr id="76" name="Google Shape;76;p7"/>
            <p:cNvSpPr/>
            <p:nvPr/>
          </p:nvSpPr>
          <p:spPr>
            <a:xfrm flipH="1">
              <a:off x="4560600" y="455100"/>
              <a:ext cx="4583400" cy="4231200"/>
            </a:xfrm>
            <a:prstGeom prst="round1Rect">
              <a:avLst>
                <a:gd name="adj" fmla="val 7773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" name="Google Shape;77;p7"/>
            <p:cNvSpPr/>
            <p:nvPr/>
          </p:nvSpPr>
          <p:spPr>
            <a:xfrm>
              <a:off x="0" y="455100"/>
              <a:ext cx="4583400" cy="4231200"/>
            </a:xfrm>
            <a:prstGeom prst="round1Rect">
              <a:avLst>
                <a:gd name="adj" fmla="val 7773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" name="Google Shape;78;p7"/>
            <p:cNvSpPr/>
            <p:nvPr/>
          </p:nvSpPr>
          <p:spPr>
            <a:xfrm>
              <a:off x="4212650" y="4256001"/>
              <a:ext cx="718800" cy="7185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79" name="Google Shape;79;p7"/>
          <p:cNvSpPr txBox="1">
            <a:spLocks noGrp="1"/>
          </p:cNvSpPr>
          <p:nvPr>
            <p:ph type="ctrTitle"/>
          </p:nvPr>
        </p:nvSpPr>
        <p:spPr>
          <a:xfrm>
            <a:off x="352550" y="2171700"/>
            <a:ext cx="3860100" cy="800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Font typeface="STIX Two Text SemiBold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80" name="Google Shape;80;p7"/>
          <p:cNvSpPr txBox="1">
            <a:spLocks noGrp="1"/>
          </p:cNvSpPr>
          <p:nvPr>
            <p:ph type="subTitle" idx="1"/>
          </p:nvPr>
        </p:nvSpPr>
        <p:spPr>
          <a:xfrm>
            <a:off x="4837750" y="766750"/>
            <a:ext cx="3539400" cy="282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1" name="Google Shape;81;p7"/>
          <p:cNvSpPr txBox="1">
            <a:spLocks noGrp="1"/>
          </p:cNvSpPr>
          <p:nvPr>
            <p:ph type="subTitle" idx="2"/>
          </p:nvPr>
        </p:nvSpPr>
        <p:spPr>
          <a:xfrm>
            <a:off x="4837750" y="1099491"/>
            <a:ext cx="3539400" cy="282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7"/>
          <p:cNvSpPr txBox="1">
            <a:spLocks noGrp="1"/>
          </p:cNvSpPr>
          <p:nvPr>
            <p:ph type="subTitle" idx="3"/>
          </p:nvPr>
        </p:nvSpPr>
        <p:spPr>
          <a:xfrm>
            <a:off x="4837750" y="1432233"/>
            <a:ext cx="3539400" cy="282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7"/>
          <p:cNvSpPr txBox="1">
            <a:spLocks noGrp="1"/>
          </p:cNvSpPr>
          <p:nvPr>
            <p:ph type="subTitle" idx="4"/>
          </p:nvPr>
        </p:nvSpPr>
        <p:spPr>
          <a:xfrm>
            <a:off x="4837750" y="1764974"/>
            <a:ext cx="3539400" cy="282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7"/>
          <p:cNvSpPr txBox="1">
            <a:spLocks noGrp="1"/>
          </p:cNvSpPr>
          <p:nvPr>
            <p:ph type="subTitle" idx="5"/>
          </p:nvPr>
        </p:nvSpPr>
        <p:spPr>
          <a:xfrm>
            <a:off x="4837750" y="2097715"/>
            <a:ext cx="3539400" cy="282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7"/>
          <p:cNvSpPr txBox="1">
            <a:spLocks noGrp="1"/>
          </p:cNvSpPr>
          <p:nvPr>
            <p:ph type="subTitle" idx="6"/>
          </p:nvPr>
        </p:nvSpPr>
        <p:spPr>
          <a:xfrm>
            <a:off x="4837750" y="2430456"/>
            <a:ext cx="3539400" cy="282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6" name="Google Shape;86;p7"/>
          <p:cNvSpPr txBox="1">
            <a:spLocks noGrp="1"/>
          </p:cNvSpPr>
          <p:nvPr>
            <p:ph type="subTitle" idx="7"/>
          </p:nvPr>
        </p:nvSpPr>
        <p:spPr>
          <a:xfrm>
            <a:off x="4837750" y="2763198"/>
            <a:ext cx="3539400" cy="282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7" name="Google Shape;87;p7"/>
          <p:cNvSpPr txBox="1">
            <a:spLocks noGrp="1"/>
          </p:cNvSpPr>
          <p:nvPr>
            <p:ph type="subTitle" idx="8"/>
          </p:nvPr>
        </p:nvSpPr>
        <p:spPr>
          <a:xfrm>
            <a:off x="4837750" y="3095939"/>
            <a:ext cx="3539400" cy="282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8" name="Google Shape;88;p7"/>
          <p:cNvSpPr txBox="1">
            <a:spLocks noGrp="1"/>
          </p:cNvSpPr>
          <p:nvPr>
            <p:ph type="subTitle" idx="9"/>
          </p:nvPr>
        </p:nvSpPr>
        <p:spPr>
          <a:xfrm>
            <a:off x="4837750" y="3428680"/>
            <a:ext cx="3539400" cy="282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9" name="Google Shape;89;p7"/>
          <p:cNvSpPr txBox="1">
            <a:spLocks noGrp="1"/>
          </p:cNvSpPr>
          <p:nvPr>
            <p:ph type="subTitle" idx="13"/>
          </p:nvPr>
        </p:nvSpPr>
        <p:spPr>
          <a:xfrm>
            <a:off x="4837750" y="3761421"/>
            <a:ext cx="3539400" cy="282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0" name="Google Shape;90;p7"/>
          <p:cNvSpPr txBox="1">
            <a:spLocks noGrp="1"/>
          </p:cNvSpPr>
          <p:nvPr>
            <p:ph type="subTitle" idx="14"/>
          </p:nvPr>
        </p:nvSpPr>
        <p:spPr>
          <a:xfrm>
            <a:off x="4837750" y="4094163"/>
            <a:ext cx="3539400" cy="282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1" name="Google Shape;91;p7"/>
          <p:cNvSpPr txBox="1"/>
          <p:nvPr/>
        </p:nvSpPr>
        <p:spPr>
          <a:xfrm>
            <a:off x="4212575" y="4533153"/>
            <a:ext cx="718800" cy="42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chemeClr val="accent1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rPr>
              <a:t>‹#›</a:t>
            </a:fld>
            <a:endParaRPr>
              <a:solidFill>
                <a:schemeClr val="accent1"/>
              </a:solidFill>
              <a:latin typeface="STIX Two Text Medium"/>
              <a:ea typeface="STIX Two Text Medium"/>
              <a:cs typeface="STIX Two Text Medium"/>
              <a:sym typeface="STIX Two Text Medium"/>
            </a:endParaRPr>
          </a:p>
        </p:txBody>
      </p:sp>
      <p:sp>
        <p:nvSpPr>
          <p:cNvPr id="92" name="Google Shape;92;p7"/>
          <p:cNvSpPr txBox="1">
            <a:spLocks noGrp="1"/>
          </p:cNvSpPr>
          <p:nvPr>
            <p:ph type="subTitle" idx="15"/>
          </p:nvPr>
        </p:nvSpPr>
        <p:spPr>
          <a:xfrm>
            <a:off x="366100" y="4773588"/>
            <a:ext cx="3539400" cy="282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9pPr>
          </a:lstStyle>
          <a:p>
            <a:endParaRPr/>
          </a:p>
        </p:txBody>
      </p:sp>
      <p:sp>
        <p:nvSpPr>
          <p:cNvPr id="93" name="Google Shape;93;p7"/>
          <p:cNvSpPr txBox="1">
            <a:spLocks noGrp="1"/>
          </p:cNvSpPr>
          <p:nvPr>
            <p:ph type="subTitle" idx="16"/>
          </p:nvPr>
        </p:nvSpPr>
        <p:spPr>
          <a:xfrm>
            <a:off x="5251900" y="4773588"/>
            <a:ext cx="3539400" cy="282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9pPr>
          </a:lstStyle>
          <a:p>
            <a:endParaRPr/>
          </a:p>
        </p:txBody>
      </p:sp>
      <p:sp>
        <p:nvSpPr>
          <p:cNvPr id="94" name="Google Shape;94;p7"/>
          <p:cNvSpPr txBox="1">
            <a:spLocks noGrp="1"/>
          </p:cNvSpPr>
          <p:nvPr>
            <p:ph type="title" idx="17" hasCustomPrompt="1"/>
          </p:nvPr>
        </p:nvSpPr>
        <p:spPr>
          <a:xfrm>
            <a:off x="8155150" y="1099488"/>
            <a:ext cx="621000" cy="282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STIX Two Text Medium"/>
              <a:buNone/>
              <a:defRPr sz="1600">
                <a:solidFill>
                  <a:schemeClr val="accent1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STIX Two Text Medium"/>
              <a:buNone/>
              <a:defRPr sz="1600">
                <a:solidFill>
                  <a:schemeClr val="accent1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STIX Two Text Medium"/>
              <a:buNone/>
              <a:defRPr sz="1600">
                <a:solidFill>
                  <a:schemeClr val="accent1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STIX Two Text Medium"/>
              <a:buNone/>
              <a:defRPr sz="1600">
                <a:solidFill>
                  <a:schemeClr val="accent1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STIX Two Text Medium"/>
              <a:buNone/>
              <a:defRPr sz="1600">
                <a:solidFill>
                  <a:schemeClr val="accent1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STIX Two Text Medium"/>
              <a:buNone/>
              <a:defRPr sz="1600">
                <a:solidFill>
                  <a:schemeClr val="accent1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STIX Two Text Medium"/>
              <a:buNone/>
              <a:defRPr sz="1600">
                <a:solidFill>
                  <a:schemeClr val="accent1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STIX Two Text Medium"/>
              <a:buNone/>
              <a:defRPr sz="1600">
                <a:solidFill>
                  <a:schemeClr val="accent1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STIX Two Text Medium"/>
              <a:buNone/>
              <a:defRPr sz="1600">
                <a:solidFill>
                  <a:schemeClr val="accent1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defRPr>
            </a:lvl9pPr>
          </a:lstStyle>
          <a:p>
            <a:r>
              <a:t>xx%</a:t>
            </a:r>
          </a:p>
        </p:txBody>
      </p:sp>
      <p:sp>
        <p:nvSpPr>
          <p:cNvPr id="95" name="Google Shape;95;p7"/>
          <p:cNvSpPr txBox="1">
            <a:spLocks noGrp="1"/>
          </p:cNvSpPr>
          <p:nvPr>
            <p:ph type="title" idx="18" hasCustomPrompt="1"/>
          </p:nvPr>
        </p:nvSpPr>
        <p:spPr>
          <a:xfrm>
            <a:off x="8155150" y="1432225"/>
            <a:ext cx="621000" cy="282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STIX Two Text Medium"/>
              <a:buNone/>
              <a:defRPr sz="1600">
                <a:solidFill>
                  <a:schemeClr val="accent1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STIX Two Text Medium"/>
              <a:buNone/>
              <a:defRPr sz="1600">
                <a:solidFill>
                  <a:schemeClr val="accent1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STIX Two Text Medium"/>
              <a:buNone/>
              <a:defRPr sz="1600">
                <a:solidFill>
                  <a:schemeClr val="accent1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STIX Two Text Medium"/>
              <a:buNone/>
              <a:defRPr sz="1600">
                <a:solidFill>
                  <a:schemeClr val="accent1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STIX Two Text Medium"/>
              <a:buNone/>
              <a:defRPr sz="1600">
                <a:solidFill>
                  <a:schemeClr val="accent1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STIX Two Text Medium"/>
              <a:buNone/>
              <a:defRPr sz="1600">
                <a:solidFill>
                  <a:schemeClr val="accent1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STIX Two Text Medium"/>
              <a:buNone/>
              <a:defRPr sz="1600">
                <a:solidFill>
                  <a:schemeClr val="accent1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STIX Two Text Medium"/>
              <a:buNone/>
              <a:defRPr sz="1600">
                <a:solidFill>
                  <a:schemeClr val="accent1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STIX Two Text Medium"/>
              <a:buNone/>
              <a:defRPr sz="1600">
                <a:solidFill>
                  <a:schemeClr val="accent1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defRPr>
            </a:lvl9pPr>
          </a:lstStyle>
          <a:p>
            <a:r>
              <a:t>xx%</a:t>
            </a:r>
          </a:p>
        </p:txBody>
      </p:sp>
      <p:sp>
        <p:nvSpPr>
          <p:cNvPr id="96" name="Google Shape;96;p7"/>
          <p:cNvSpPr txBox="1">
            <a:spLocks noGrp="1"/>
          </p:cNvSpPr>
          <p:nvPr>
            <p:ph type="title" idx="19" hasCustomPrompt="1"/>
          </p:nvPr>
        </p:nvSpPr>
        <p:spPr>
          <a:xfrm>
            <a:off x="8155150" y="1764975"/>
            <a:ext cx="621000" cy="282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STIX Two Text Medium"/>
              <a:buNone/>
              <a:defRPr sz="1600">
                <a:solidFill>
                  <a:schemeClr val="accent1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STIX Two Text Medium"/>
              <a:buNone/>
              <a:defRPr sz="1600">
                <a:solidFill>
                  <a:schemeClr val="accent1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STIX Two Text Medium"/>
              <a:buNone/>
              <a:defRPr sz="1600">
                <a:solidFill>
                  <a:schemeClr val="accent1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STIX Two Text Medium"/>
              <a:buNone/>
              <a:defRPr sz="1600">
                <a:solidFill>
                  <a:schemeClr val="accent1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STIX Two Text Medium"/>
              <a:buNone/>
              <a:defRPr sz="1600">
                <a:solidFill>
                  <a:schemeClr val="accent1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STIX Two Text Medium"/>
              <a:buNone/>
              <a:defRPr sz="1600">
                <a:solidFill>
                  <a:schemeClr val="accent1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STIX Two Text Medium"/>
              <a:buNone/>
              <a:defRPr sz="1600">
                <a:solidFill>
                  <a:schemeClr val="accent1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STIX Two Text Medium"/>
              <a:buNone/>
              <a:defRPr sz="1600">
                <a:solidFill>
                  <a:schemeClr val="accent1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STIX Two Text Medium"/>
              <a:buNone/>
              <a:defRPr sz="1600">
                <a:solidFill>
                  <a:schemeClr val="accent1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defRPr>
            </a:lvl9pPr>
          </a:lstStyle>
          <a:p>
            <a:r>
              <a:t>xx%</a:t>
            </a:r>
          </a:p>
        </p:txBody>
      </p:sp>
      <p:sp>
        <p:nvSpPr>
          <p:cNvPr id="97" name="Google Shape;97;p7"/>
          <p:cNvSpPr txBox="1">
            <a:spLocks noGrp="1"/>
          </p:cNvSpPr>
          <p:nvPr>
            <p:ph type="title" idx="20" hasCustomPrompt="1"/>
          </p:nvPr>
        </p:nvSpPr>
        <p:spPr>
          <a:xfrm>
            <a:off x="8155150" y="2097713"/>
            <a:ext cx="621000" cy="282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STIX Two Text Medium"/>
              <a:buNone/>
              <a:defRPr sz="1600">
                <a:solidFill>
                  <a:schemeClr val="accent1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STIX Two Text Medium"/>
              <a:buNone/>
              <a:defRPr sz="1600">
                <a:solidFill>
                  <a:schemeClr val="accent1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STIX Two Text Medium"/>
              <a:buNone/>
              <a:defRPr sz="1600">
                <a:solidFill>
                  <a:schemeClr val="accent1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STIX Two Text Medium"/>
              <a:buNone/>
              <a:defRPr sz="1600">
                <a:solidFill>
                  <a:schemeClr val="accent1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STIX Two Text Medium"/>
              <a:buNone/>
              <a:defRPr sz="1600">
                <a:solidFill>
                  <a:schemeClr val="accent1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STIX Two Text Medium"/>
              <a:buNone/>
              <a:defRPr sz="1600">
                <a:solidFill>
                  <a:schemeClr val="accent1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STIX Two Text Medium"/>
              <a:buNone/>
              <a:defRPr sz="1600">
                <a:solidFill>
                  <a:schemeClr val="accent1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STIX Two Text Medium"/>
              <a:buNone/>
              <a:defRPr sz="1600">
                <a:solidFill>
                  <a:schemeClr val="accent1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STIX Two Text Medium"/>
              <a:buNone/>
              <a:defRPr sz="1600">
                <a:solidFill>
                  <a:schemeClr val="accent1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defRPr>
            </a:lvl9pPr>
          </a:lstStyle>
          <a:p>
            <a:r>
              <a:t>xx%</a:t>
            </a:r>
          </a:p>
        </p:txBody>
      </p:sp>
      <p:sp>
        <p:nvSpPr>
          <p:cNvPr id="98" name="Google Shape;98;p7"/>
          <p:cNvSpPr txBox="1">
            <a:spLocks noGrp="1"/>
          </p:cNvSpPr>
          <p:nvPr>
            <p:ph type="title" idx="21" hasCustomPrompt="1"/>
          </p:nvPr>
        </p:nvSpPr>
        <p:spPr>
          <a:xfrm>
            <a:off x="8155150" y="2430438"/>
            <a:ext cx="621000" cy="282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STIX Two Text Medium"/>
              <a:buNone/>
              <a:defRPr sz="1600">
                <a:solidFill>
                  <a:schemeClr val="accent1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STIX Two Text Medium"/>
              <a:buNone/>
              <a:defRPr sz="1600">
                <a:solidFill>
                  <a:schemeClr val="accent1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STIX Two Text Medium"/>
              <a:buNone/>
              <a:defRPr sz="1600">
                <a:solidFill>
                  <a:schemeClr val="accent1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STIX Two Text Medium"/>
              <a:buNone/>
              <a:defRPr sz="1600">
                <a:solidFill>
                  <a:schemeClr val="accent1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STIX Two Text Medium"/>
              <a:buNone/>
              <a:defRPr sz="1600">
                <a:solidFill>
                  <a:schemeClr val="accent1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STIX Two Text Medium"/>
              <a:buNone/>
              <a:defRPr sz="1600">
                <a:solidFill>
                  <a:schemeClr val="accent1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STIX Two Text Medium"/>
              <a:buNone/>
              <a:defRPr sz="1600">
                <a:solidFill>
                  <a:schemeClr val="accent1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STIX Two Text Medium"/>
              <a:buNone/>
              <a:defRPr sz="1600">
                <a:solidFill>
                  <a:schemeClr val="accent1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STIX Two Text Medium"/>
              <a:buNone/>
              <a:defRPr sz="1600">
                <a:solidFill>
                  <a:schemeClr val="accent1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defRPr>
            </a:lvl9pPr>
          </a:lstStyle>
          <a:p>
            <a:r>
              <a:t>xx%</a:t>
            </a:r>
          </a:p>
        </p:txBody>
      </p:sp>
      <p:sp>
        <p:nvSpPr>
          <p:cNvPr id="99" name="Google Shape;99;p7"/>
          <p:cNvSpPr txBox="1">
            <a:spLocks noGrp="1"/>
          </p:cNvSpPr>
          <p:nvPr>
            <p:ph type="title" idx="22" hasCustomPrompt="1"/>
          </p:nvPr>
        </p:nvSpPr>
        <p:spPr>
          <a:xfrm>
            <a:off x="8155150" y="2763188"/>
            <a:ext cx="621000" cy="282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STIX Two Text Medium"/>
              <a:buNone/>
              <a:defRPr sz="1600">
                <a:solidFill>
                  <a:schemeClr val="accent1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STIX Two Text Medium"/>
              <a:buNone/>
              <a:defRPr sz="1600">
                <a:solidFill>
                  <a:schemeClr val="accent1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STIX Two Text Medium"/>
              <a:buNone/>
              <a:defRPr sz="1600">
                <a:solidFill>
                  <a:schemeClr val="accent1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STIX Two Text Medium"/>
              <a:buNone/>
              <a:defRPr sz="1600">
                <a:solidFill>
                  <a:schemeClr val="accent1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STIX Two Text Medium"/>
              <a:buNone/>
              <a:defRPr sz="1600">
                <a:solidFill>
                  <a:schemeClr val="accent1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STIX Two Text Medium"/>
              <a:buNone/>
              <a:defRPr sz="1600">
                <a:solidFill>
                  <a:schemeClr val="accent1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STIX Two Text Medium"/>
              <a:buNone/>
              <a:defRPr sz="1600">
                <a:solidFill>
                  <a:schemeClr val="accent1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STIX Two Text Medium"/>
              <a:buNone/>
              <a:defRPr sz="1600">
                <a:solidFill>
                  <a:schemeClr val="accent1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STIX Two Text Medium"/>
              <a:buNone/>
              <a:defRPr sz="1600">
                <a:solidFill>
                  <a:schemeClr val="accent1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defRPr>
            </a:lvl9pPr>
          </a:lstStyle>
          <a:p>
            <a:r>
              <a:t>xx%</a:t>
            </a:r>
          </a:p>
        </p:txBody>
      </p:sp>
      <p:sp>
        <p:nvSpPr>
          <p:cNvPr id="100" name="Google Shape;100;p7"/>
          <p:cNvSpPr txBox="1">
            <a:spLocks noGrp="1"/>
          </p:cNvSpPr>
          <p:nvPr>
            <p:ph type="title" idx="23" hasCustomPrompt="1"/>
          </p:nvPr>
        </p:nvSpPr>
        <p:spPr>
          <a:xfrm>
            <a:off x="8155150" y="3095925"/>
            <a:ext cx="621000" cy="282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STIX Two Text Medium"/>
              <a:buNone/>
              <a:defRPr sz="1600">
                <a:solidFill>
                  <a:schemeClr val="accent1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STIX Two Text Medium"/>
              <a:buNone/>
              <a:defRPr sz="1600">
                <a:solidFill>
                  <a:schemeClr val="accent1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STIX Two Text Medium"/>
              <a:buNone/>
              <a:defRPr sz="1600">
                <a:solidFill>
                  <a:schemeClr val="accent1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STIX Two Text Medium"/>
              <a:buNone/>
              <a:defRPr sz="1600">
                <a:solidFill>
                  <a:schemeClr val="accent1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STIX Two Text Medium"/>
              <a:buNone/>
              <a:defRPr sz="1600">
                <a:solidFill>
                  <a:schemeClr val="accent1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STIX Two Text Medium"/>
              <a:buNone/>
              <a:defRPr sz="1600">
                <a:solidFill>
                  <a:schemeClr val="accent1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STIX Two Text Medium"/>
              <a:buNone/>
              <a:defRPr sz="1600">
                <a:solidFill>
                  <a:schemeClr val="accent1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STIX Two Text Medium"/>
              <a:buNone/>
              <a:defRPr sz="1600">
                <a:solidFill>
                  <a:schemeClr val="accent1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STIX Two Text Medium"/>
              <a:buNone/>
              <a:defRPr sz="1600">
                <a:solidFill>
                  <a:schemeClr val="accent1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defRPr>
            </a:lvl9pPr>
          </a:lstStyle>
          <a:p>
            <a:r>
              <a:t>xx%</a:t>
            </a:r>
          </a:p>
        </p:txBody>
      </p:sp>
      <p:sp>
        <p:nvSpPr>
          <p:cNvPr id="101" name="Google Shape;101;p7"/>
          <p:cNvSpPr txBox="1">
            <a:spLocks noGrp="1"/>
          </p:cNvSpPr>
          <p:nvPr>
            <p:ph type="title" idx="24" hasCustomPrompt="1"/>
          </p:nvPr>
        </p:nvSpPr>
        <p:spPr>
          <a:xfrm>
            <a:off x="8155150" y="3428688"/>
            <a:ext cx="621000" cy="282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STIX Two Text Medium"/>
              <a:buNone/>
              <a:defRPr sz="1600">
                <a:solidFill>
                  <a:schemeClr val="accent1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STIX Two Text Medium"/>
              <a:buNone/>
              <a:defRPr sz="1600">
                <a:solidFill>
                  <a:schemeClr val="accent1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STIX Two Text Medium"/>
              <a:buNone/>
              <a:defRPr sz="1600">
                <a:solidFill>
                  <a:schemeClr val="accent1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STIX Two Text Medium"/>
              <a:buNone/>
              <a:defRPr sz="1600">
                <a:solidFill>
                  <a:schemeClr val="accent1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STIX Two Text Medium"/>
              <a:buNone/>
              <a:defRPr sz="1600">
                <a:solidFill>
                  <a:schemeClr val="accent1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STIX Two Text Medium"/>
              <a:buNone/>
              <a:defRPr sz="1600">
                <a:solidFill>
                  <a:schemeClr val="accent1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STIX Two Text Medium"/>
              <a:buNone/>
              <a:defRPr sz="1600">
                <a:solidFill>
                  <a:schemeClr val="accent1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STIX Two Text Medium"/>
              <a:buNone/>
              <a:defRPr sz="1600">
                <a:solidFill>
                  <a:schemeClr val="accent1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STIX Two Text Medium"/>
              <a:buNone/>
              <a:defRPr sz="1600">
                <a:solidFill>
                  <a:schemeClr val="accent1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defRPr>
            </a:lvl9pPr>
          </a:lstStyle>
          <a:p>
            <a:r>
              <a:t>xx%</a:t>
            </a:r>
          </a:p>
        </p:txBody>
      </p:sp>
      <p:sp>
        <p:nvSpPr>
          <p:cNvPr id="102" name="Google Shape;102;p7"/>
          <p:cNvSpPr txBox="1">
            <a:spLocks noGrp="1"/>
          </p:cNvSpPr>
          <p:nvPr>
            <p:ph type="title" idx="25" hasCustomPrompt="1"/>
          </p:nvPr>
        </p:nvSpPr>
        <p:spPr>
          <a:xfrm>
            <a:off x="8155150" y="3761400"/>
            <a:ext cx="621000" cy="282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STIX Two Text Medium"/>
              <a:buNone/>
              <a:defRPr sz="1600">
                <a:solidFill>
                  <a:schemeClr val="accent1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STIX Two Text Medium"/>
              <a:buNone/>
              <a:defRPr sz="1600">
                <a:solidFill>
                  <a:schemeClr val="accent1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STIX Two Text Medium"/>
              <a:buNone/>
              <a:defRPr sz="1600">
                <a:solidFill>
                  <a:schemeClr val="accent1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STIX Two Text Medium"/>
              <a:buNone/>
              <a:defRPr sz="1600">
                <a:solidFill>
                  <a:schemeClr val="accent1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STIX Two Text Medium"/>
              <a:buNone/>
              <a:defRPr sz="1600">
                <a:solidFill>
                  <a:schemeClr val="accent1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STIX Two Text Medium"/>
              <a:buNone/>
              <a:defRPr sz="1600">
                <a:solidFill>
                  <a:schemeClr val="accent1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STIX Two Text Medium"/>
              <a:buNone/>
              <a:defRPr sz="1600">
                <a:solidFill>
                  <a:schemeClr val="accent1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STIX Two Text Medium"/>
              <a:buNone/>
              <a:defRPr sz="1600">
                <a:solidFill>
                  <a:schemeClr val="accent1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STIX Two Text Medium"/>
              <a:buNone/>
              <a:defRPr sz="1600">
                <a:solidFill>
                  <a:schemeClr val="accent1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defRPr>
            </a:lvl9pPr>
          </a:lstStyle>
          <a:p>
            <a:r>
              <a:t>xx%</a:t>
            </a:r>
          </a:p>
        </p:txBody>
      </p:sp>
      <p:sp>
        <p:nvSpPr>
          <p:cNvPr id="103" name="Google Shape;103;p7"/>
          <p:cNvSpPr txBox="1">
            <a:spLocks noGrp="1"/>
          </p:cNvSpPr>
          <p:nvPr>
            <p:ph type="title" idx="26" hasCustomPrompt="1"/>
          </p:nvPr>
        </p:nvSpPr>
        <p:spPr>
          <a:xfrm>
            <a:off x="8155150" y="4094150"/>
            <a:ext cx="621000" cy="282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STIX Two Text Medium"/>
              <a:buNone/>
              <a:defRPr sz="1600">
                <a:solidFill>
                  <a:schemeClr val="accent1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STIX Two Text Medium"/>
              <a:buNone/>
              <a:defRPr sz="1600">
                <a:solidFill>
                  <a:schemeClr val="accent1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STIX Two Text Medium"/>
              <a:buNone/>
              <a:defRPr sz="1600">
                <a:solidFill>
                  <a:schemeClr val="accent1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STIX Two Text Medium"/>
              <a:buNone/>
              <a:defRPr sz="1600">
                <a:solidFill>
                  <a:schemeClr val="accent1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STIX Two Text Medium"/>
              <a:buNone/>
              <a:defRPr sz="1600">
                <a:solidFill>
                  <a:schemeClr val="accent1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STIX Two Text Medium"/>
              <a:buNone/>
              <a:defRPr sz="1600">
                <a:solidFill>
                  <a:schemeClr val="accent1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STIX Two Text Medium"/>
              <a:buNone/>
              <a:defRPr sz="1600">
                <a:solidFill>
                  <a:schemeClr val="accent1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STIX Two Text Medium"/>
              <a:buNone/>
              <a:defRPr sz="1600">
                <a:solidFill>
                  <a:schemeClr val="accent1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STIX Two Text Medium"/>
              <a:buNone/>
              <a:defRPr sz="1600">
                <a:solidFill>
                  <a:schemeClr val="accent1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defRPr>
            </a:lvl9pPr>
          </a:lstStyle>
          <a:p>
            <a:r>
              <a:t>xx%</a:t>
            </a:r>
          </a:p>
        </p:txBody>
      </p:sp>
      <p:sp>
        <p:nvSpPr>
          <p:cNvPr id="104" name="Google Shape;104;p7"/>
          <p:cNvSpPr txBox="1">
            <a:spLocks noGrp="1"/>
          </p:cNvSpPr>
          <p:nvPr>
            <p:ph type="title" idx="27" hasCustomPrompt="1"/>
          </p:nvPr>
        </p:nvSpPr>
        <p:spPr>
          <a:xfrm>
            <a:off x="8155150" y="766763"/>
            <a:ext cx="621000" cy="282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STIX Two Text Medium"/>
              <a:buNone/>
              <a:defRPr sz="1600">
                <a:solidFill>
                  <a:schemeClr val="accent1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STIX Two Text Medium"/>
              <a:buNone/>
              <a:defRPr sz="1600">
                <a:solidFill>
                  <a:schemeClr val="accent1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STIX Two Text Medium"/>
              <a:buNone/>
              <a:defRPr sz="1600">
                <a:solidFill>
                  <a:schemeClr val="accent1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STIX Two Text Medium"/>
              <a:buNone/>
              <a:defRPr sz="1600">
                <a:solidFill>
                  <a:schemeClr val="accent1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STIX Two Text Medium"/>
              <a:buNone/>
              <a:defRPr sz="1600">
                <a:solidFill>
                  <a:schemeClr val="accent1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STIX Two Text Medium"/>
              <a:buNone/>
              <a:defRPr sz="1600">
                <a:solidFill>
                  <a:schemeClr val="accent1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STIX Two Text Medium"/>
              <a:buNone/>
              <a:defRPr sz="1600">
                <a:solidFill>
                  <a:schemeClr val="accent1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STIX Two Text Medium"/>
              <a:buNone/>
              <a:defRPr sz="1600">
                <a:solidFill>
                  <a:schemeClr val="accent1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STIX Two Text Medium"/>
              <a:buNone/>
              <a:defRPr sz="1600">
                <a:solidFill>
                  <a:schemeClr val="accent1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defRPr>
            </a:lvl9pPr>
          </a:lstStyle>
          <a:p>
            <a:r>
              <a:t>xx%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genda">
  <p:cSld name="CUSTOM_4"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" name="Google Shape;106;p8"/>
          <p:cNvGrpSpPr/>
          <p:nvPr/>
        </p:nvGrpSpPr>
        <p:grpSpPr>
          <a:xfrm>
            <a:off x="0" y="455100"/>
            <a:ext cx="9144000" cy="4519401"/>
            <a:chOff x="0" y="455100"/>
            <a:chExt cx="9144000" cy="4519401"/>
          </a:xfrm>
        </p:grpSpPr>
        <p:sp>
          <p:nvSpPr>
            <p:cNvPr id="107" name="Google Shape;107;p8"/>
            <p:cNvSpPr/>
            <p:nvPr/>
          </p:nvSpPr>
          <p:spPr>
            <a:xfrm flipH="1">
              <a:off x="4560600" y="455100"/>
              <a:ext cx="4583400" cy="4231200"/>
            </a:xfrm>
            <a:prstGeom prst="round1Rect">
              <a:avLst>
                <a:gd name="adj" fmla="val 7773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" name="Google Shape;108;p8"/>
            <p:cNvSpPr/>
            <p:nvPr/>
          </p:nvSpPr>
          <p:spPr>
            <a:xfrm>
              <a:off x="0" y="455100"/>
              <a:ext cx="4583400" cy="4231200"/>
            </a:xfrm>
            <a:prstGeom prst="round1Rect">
              <a:avLst>
                <a:gd name="adj" fmla="val 7773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" name="Google Shape;109;p8"/>
            <p:cNvSpPr/>
            <p:nvPr/>
          </p:nvSpPr>
          <p:spPr>
            <a:xfrm>
              <a:off x="4212650" y="4256001"/>
              <a:ext cx="718800" cy="7185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10" name="Google Shape;110;p8"/>
          <p:cNvSpPr txBox="1"/>
          <p:nvPr/>
        </p:nvSpPr>
        <p:spPr>
          <a:xfrm>
            <a:off x="4212575" y="4533153"/>
            <a:ext cx="718800" cy="42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chemeClr val="accent1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rPr>
              <a:t>‹#›</a:t>
            </a:fld>
            <a:endParaRPr>
              <a:solidFill>
                <a:schemeClr val="accent1"/>
              </a:solidFill>
              <a:latin typeface="STIX Two Text Medium"/>
              <a:ea typeface="STIX Two Text Medium"/>
              <a:cs typeface="STIX Two Text Medium"/>
              <a:sym typeface="STIX Two Text Medium"/>
            </a:endParaRPr>
          </a:p>
        </p:txBody>
      </p:sp>
      <p:sp>
        <p:nvSpPr>
          <p:cNvPr id="111" name="Google Shape;111;p8"/>
          <p:cNvSpPr txBox="1">
            <a:spLocks noGrp="1"/>
          </p:cNvSpPr>
          <p:nvPr>
            <p:ph type="ctrTitle"/>
          </p:nvPr>
        </p:nvSpPr>
        <p:spPr>
          <a:xfrm>
            <a:off x="352550" y="2171700"/>
            <a:ext cx="3860100" cy="800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Font typeface="STIX Two Text SemiBold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112" name="Google Shape;112;p8"/>
          <p:cNvSpPr/>
          <p:nvPr/>
        </p:nvSpPr>
        <p:spPr>
          <a:xfrm rot="10800000">
            <a:off x="4795425" y="1030600"/>
            <a:ext cx="4116300" cy="438300"/>
          </a:xfrm>
          <a:prstGeom prst="chevron">
            <a:avLst>
              <a:gd name="adj" fmla="val 20755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3" name="Google Shape;113;p8"/>
          <p:cNvSpPr txBox="1">
            <a:spLocks noGrp="1"/>
          </p:cNvSpPr>
          <p:nvPr>
            <p:ph type="subTitle" idx="1"/>
          </p:nvPr>
        </p:nvSpPr>
        <p:spPr>
          <a:xfrm>
            <a:off x="4931528" y="1108450"/>
            <a:ext cx="3691800" cy="282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114" name="Google Shape;114;p8"/>
          <p:cNvSpPr/>
          <p:nvPr/>
        </p:nvSpPr>
        <p:spPr>
          <a:xfrm rot="10800000">
            <a:off x="4795425" y="1559400"/>
            <a:ext cx="4116300" cy="438300"/>
          </a:xfrm>
          <a:prstGeom prst="chevron">
            <a:avLst>
              <a:gd name="adj" fmla="val 20755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5" name="Google Shape;115;p8"/>
          <p:cNvSpPr txBox="1">
            <a:spLocks noGrp="1"/>
          </p:cNvSpPr>
          <p:nvPr>
            <p:ph type="subTitle" idx="2"/>
          </p:nvPr>
        </p:nvSpPr>
        <p:spPr>
          <a:xfrm>
            <a:off x="4931528" y="1637250"/>
            <a:ext cx="3691800" cy="282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9pPr>
          </a:lstStyle>
          <a:p>
            <a:endParaRPr/>
          </a:p>
        </p:txBody>
      </p:sp>
      <p:sp>
        <p:nvSpPr>
          <p:cNvPr id="116" name="Google Shape;116;p8"/>
          <p:cNvSpPr/>
          <p:nvPr/>
        </p:nvSpPr>
        <p:spPr>
          <a:xfrm rot="10800000">
            <a:off x="4795425" y="2088200"/>
            <a:ext cx="4116300" cy="438300"/>
          </a:xfrm>
          <a:prstGeom prst="chevron">
            <a:avLst>
              <a:gd name="adj" fmla="val 20755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7" name="Google Shape;117;p8"/>
          <p:cNvSpPr txBox="1">
            <a:spLocks noGrp="1"/>
          </p:cNvSpPr>
          <p:nvPr>
            <p:ph type="subTitle" idx="3"/>
          </p:nvPr>
        </p:nvSpPr>
        <p:spPr>
          <a:xfrm>
            <a:off x="4931528" y="2166050"/>
            <a:ext cx="3691800" cy="282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118" name="Google Shape;118;p8"/>
          <p:cNvSpPr/>
          <p:nvPr/>
        </p:nvSpPr>
        <p:spPr>
          <a:xfrm rot="10800000">
            <a:off x="4795425" y="2617000"/>
            <a:ext cx="4116300" cy="438300"/>
          </a:xfrm>
          <a:prstGeom prst="chevron">
            <a:avLst>
              <a:gd name="adj" fmla="val 20755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9" name="Google Shape;119;p8"/>
          <p:cNvSpPr txBox="1">
            <a:spLocks noGrp="1"/>
          </p:cNvSpPr>
          <p:nvPr>
            <p:ph type="subTitle" idx="4"/>
          </p:nvPr>
        </p:nvSpPr>
        <p:spPr>
          <a:xfrm>
            <a:off x="4931528" y="2694850"/>
            <a:ext cx="3691800" cy="282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9pPr>
          </a:lstStyle>
          <a:p>
            <a:endParaRPr/>
          </a:p>
        </p:txBody>
      </p:sp>
      <p:sp>
        <p:nvSpPr>
          <p:cNvPr id="120" name="Google Shape;120;p8"/>
          <p:cNvSpPr/>
          <p:nvPr/>
        </p:nvSpPr>
        <p:spPr>
          <a:xfrm rot="10800000">
            <a:off x="4795425" y="3145800"/>
            <a:ext cx="4116300" cy="438300"/>
          </a:xfrm>
          <a:prstGeom prst="chevron">
            <a:avLst>
              <a:gd name="adj" fmla="val 20755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1" name="Google Shape;121;p8"/>
          <p:cNvSpPr txBox="1">
            <a:spLocks noGrp="1"/>
          </p:cNvSpPr>
          <p:nvPr>
            <p:ph type="subTitle" idx="5"/>
          </p:nvPr>
        </p:nvSpPr>
        <p:spPr>
          <a:xfrm>
            <a:off x="4931528" y="3223650"/>
            <a:ext cx="3691800" cy="282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122" name="Google Shape;122;p8"/>
          <p:cNvSpPr/>
          <p:nvPr/>
        </p:nvSpPr>
        <p:spPr>
          <a:xfrm rot="10800000">
            <a:off x="4795425" y="3674600"/>
            <a:ext cx="4116300" cy="438300"/>
          </a:xfrm>
          <a:prstGeom prst="chevron">
            <a:avLst>
              <a:gd name="adj" fmla="val 20755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3" name="Google Shape;123;p8"/>
          <p:cNvSpPr txBox="1">
            <a:spLocks noGrp="1"/>
          </p:cNvSpPr>
          <p:nvPr>
            <p:ph type="subTitle" idx="6"/>
          </p:nvPr>
        </p:nvSpPr>
        <p:spPr>
          <a:xfrm>
            <a:off x="4931528" y="3752450"/>
            <a:ext cx="3691800" cy="282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>
  <p:cSld name="SECTION_HEADER_1"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5" name="Google Shape;125;p9"/>
          <p:cNvGrpSpPr/>
          <p:nvPr/>
        </p:nvGrpSpPr>
        <p:grpSpPr>
          <a:xfrm>
            <a:off x="0" y="455100"/>
            <a:ext cx="9144000" cy="4519401"/>
            <a:chOff x="0" y="455100"/>
            <a:chExt cx="9144000" cy="4519401"/>
          </a:xfrm>
        </p:grpSpPr>
        <p:sp>
          <p:nvSpPr>
            <p:cNvPr id="126" name="Google Shape;126;p9"/>
            <p:cNvSpPr/>
            <p:nvPr/>
          </p:nvSpPr>
          <p:spPr>
            <a:xfrm flipH="1">
              <a:off x="4560600" y="455100"/>
              <a:ext cx="4583400" cy="4231200"/>
            </a:xfrm>
            <a:prstGeom prst="round1Rect">
              <a:avLst>
                <a:gd name="adj" fmla="val 7773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" name="Google Shape;127;p9"/>
            <p:cNvSpPr/>
            <p:nvPr/>
          </p:nvSpPr>
          <p:spPr>
            <a:xfrm>
              <a:off x="0" y="455100"/>
              <a:ext cx="4583400" cy="4231200"/>
            </a:xfrm>
            <a:prstGeom prst="round1Rect">
              <a:avLst>
                <a:gd name="adj" fmla="val 7773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" name="Google Shape;128;p9"/>
            <p:cNvSpPr/>
            <p:nvPr/>
          </p:nvSpPr>
          <p:spPr>
            <a:xfrm>
              <a:off x="4212650" y="4256001"/>
              <a:ext cx="718800" cy="7185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29" name="Google Shape;129;p9"/>
          <p:cNvSpPr txBox="1">
            <a:spLocks noGrp="1"/>
          </p:cNvSpPr>
          <p:nvPr>
            <p:ph type="ctrTitle"/>
          </p:nvPr>
        </p:nvSpPr>
        <p:spPr>
          <a:xfrm>
            <a:off x="352550" y="2171700"/>
            <a:ext cx="3860100" cy="800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Font typeface="STIX Two Text SemiBold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30" name="Google Shape;130;p9"/>
          <p:cNvSpPr txBox="1"/>
          <p:nvPr/>
        </p:nvSpPr>
        <p:spPr>
          <a:xfrm>
            <a:off x="4212575" y="4533153"/>
            <a:ext cx="718800" cy="42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chemeClr val="accent1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rPr>
              <a:t>‹#›</a:t>
            </a:fld>
            <a:endParaRPr>
              <a:solidFill>
                <a:schemeClr val="accent1"/>
              </a:solidFill>
              <a:latin typeface="STIX Two Text Medium"/>
              <a:ea typeface="STIX Two Text Medium"/>
              <a:cs typeface="STIX Two Text Medium"/>
              <a:sym typeface="STIX Two Text Medium"/>
            </a:endParaRPr>
          </a:p>
        </p:txBody>
      </p:sp>
      <p:sp>
        <p:nvSpPr>
          <p:cNvPr id="131" name="Google Shape;131;p9"/>
          <p:cNvSpPr txBox="1">
            <a:spLocks noGrp="1"/>
          </p:cNvSpPr>
          <p:nvPr>
            <p:ph type="body" idx="1"/>
          </p:nvPr>
        </p:nvSpPr>
        <p:spPr>
          <a:xfrm>
            <a:off x="4829450" y="1385875"/>
            <a:ext cx="3849300" cy="237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 with footer">
  <p:cSld name="CUSTOM_1"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3" name="Google Shape;133;p10"/>
          <p:cNvGrpSpPr/>
          <p:nvPr/>
        </p:nvGrpSpPr>
        <p:grpSpPr>
          <a:xfrm>
            <a:off x="0" y="455100"/>
            <a:ext cx="9144000" cy="4519401"/>
            <a:chOff x="0" y="455100"/>
            <a:chExt cx="9144000" cy="4519401"/>
          </a:xfrm>
        </p:grpSpPr>
        <p:sp>
          <p:nvSpPr>
            <p:cNvPr id="134" name="Google Shape;134;p10"/>
            <p:cNvSpPr/>
            <p:nvPr/>
          </p:nvSpPr>
          <p:spPr>
            <a:xfrm flipH="1">
              <a:off x="4560600" y="455100"/>
              <a:ext cx="4583400" cy="4231200"/>
            </a:xfrm>
            <a:prstGeom prst="round1Rect">
              <a:avLst>
                <a:gd name="adj" fmla="val 7773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" name="Google Shape;135;p10"/>
            <p:cNvSpPr/>
            <p:nvPr/>
          </p:nvSpPr>
          <p:spPr>
            <a:xfrm>
              <a:off x="0" y="455100"/>
              <a:ext cx="4583400" cy="4231200"/>
            </a:xfrm>
            <a:prstGeom prst="round1Rect">
              <a:avLst>
                <a:gd name="adj" fmla="val 7773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" name="Google Shape;136;p10"/>
            <p:cNvSpPr/>
            <p:nvPr/>
          </p:nvSpPr>
          <p:spPr>
            <a:xfrm>
              <a:off x="4212650" y="4256001"/>
              <a:ext cx="718800" cy="7185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37" name="Google Shape;137;p10"/>
          <p:cNvSpPr txBox="1"/>
          <p:nvPr/>
        </p:nvSpPr>
        <p:spPr>
          <a:xfrm>
            <a:off x="4212575" y="4533153"/>
            <a:ext cx="718800" cy="42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chemeClr val="accent1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rPr>
              <a:t>‹#›</a:t>
            </a:fld>
            <a:endParaRPr>
              <a:solidFill>
                <a:schemeClr val="accent1"/>
              </a:solidFill>
              <a:latin typeface="STIX Two Text Medium"/>
              <a:ea typeface="STIX Two Text Medium"/>
              <a:cs typeface="STIX Two Text Medium"/>
              <a:sym typeface="STIX Two Text Medium"/>
            </a:endParaRPr>
          </a:p>
        </p:txBody>
      </p:sp>
      <p:sp>
        <p:nvSpPr>
          <p:cNvPr id="138" name="Google Shape;138;p10"/>
          <p:cNvSpPr txBox="1">
            <a:spLocks noGrp="1"/>
          </p:cNvSpPr>
          <p:nvPr>
            <p:ph type="title"/>
          </p:nvPr>
        </p:nvSpPr>
        <p:spPr>
          <a:xfrm>
            <a:off x="1712775" y="1103850"/>
            <a:ext cx="6974100" cy="2935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39" name="Google Shape;139;p10"/>
          <p:cNvSpPr txBox="1">
            <a:spLocks noGrp="1"/>
          </p:cNvSpPr>
          <p:nvPr>
            <p:ph type="subTitle" idx="1"/>
          </p:nvPr>
        </p:nvSpPr>
        <p:spPr>
          <a:xfrm>
            <a:off x="366100" y="4773588"/>
            <a:ext cx="3539400" cy="282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9pPr>
          </a:lstStyle>
          <a:p>
            <a:endParaRPr/>
          </a:p>
        </p:txBody>
      </p:sp>
      <p:sp>
        <p:nvSpPr>
          <p:cNvPr id="140" name="Google Shape;140;p10"/>
          <p:cNvSpPr txBox="1">
            <a:spLocks noGrp="1"/>
          </p:cNvSpPr>
          <p:nvPr>
            <p:ph type="subTitle" idx="2"/>
          </p:nvPr>
        </p:nvSpPr>
        <p:spPr>
          <a:xfrm>
            <a:off x="5251900" y="4773588"/>
            <a:ext cx="3539400" cy="282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9pPr>
          </a:lstStyle>
          <a:p>
            <a:endParaRPr/>
          </a:p>
        </p:txBody>
      </p:sp>
      <p:sp>
        <p:nvSpPr>
          <p:cNvPr id="141" name="Google Shape;141;p10"/>
          <p:cNvSpPr txBox="1">
            <a:spLocks noGrp="1"/>
          </p:cNvSpPr>
          <p:nvPr>
            <p:ph type="subTitle" idx="3"/>
          </p:nvPr>
        </p:nvSpPr>
        <p:spPr>
          <a:xfrm rot="-5400000">
            <a:off x="-1577350" y="2403575"/>
            <a:ext cx="4226400" cy="336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section title and description">
  <p:cSld name="CUSTOM_1_3"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3" name="Google Shape;143;p11"/>
          <p:cNvGrpSpPr/>
          <p:nvPr/>
        </p:nvGrpSpPr>
        <p:grpSpPr>
          <a:xfrm>
            <a:off x="0" y="455100"/>
            <a:ext cx="9144000" cy="4519401"/>
            <a:chOff x="0" y="455100"/>
            <a:chExt cx="9144000" cy="4519401"/>
          </a:xfrm>
        </p:grpSpPr>
        <p:sp>
          <p:nvSpPr>
            <p:cNvPr id="144" name="Google Shape;144;p11"/>
            <p:cNvSpPr/>
            <p:nvPr/>
          </p:nvSpPr>
          <p:spPr>
            <a:xfrm flipH="1">
              <a:off x="4560600" y="455100"/>
              <a:ext cx="4583400" cy="4231200"/>
            </a:xfrm>
            <a:prstGeom prst="round1Rect">
              <a:avLst>
                <a:gd name="adj" fmla="val 7773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" name="Google Shape;145;p11"/>
            <p:cNvSpPr/>
            <p:nvPr/>
          </p:nvSpPr>
          <p:spPr>
            <a:xfrm>
              <a:off x="0" y="455100"/>
              <a:ext cx="4583400" cy="4231200"/>
            </a:xfrm>
            <a:prstGeom prst="round1Rect">
              <a:avLst>
                <a:gd name="adj" fmla="val 7773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" name="Google Shape;146;p11"/>
            <p:cNvSpPr/>
            <p:nvPr/>
          </p:nvSpPr>
          <p:spPr>
            <a:xfrm>
              <a:off x="4212650" y="4256001"/>
              <a:ext cx="718800" cy="7185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47" name="Google Shape;147;p11"/>
          <p:cNvSpPr txBox="1"/>
          <p:nvPr/>
        </p:nvSpPr>
        <p:spPr>
          <a:xfrm>
            <a:off x="4212575" y="4533153"/>
            <a:ext cx="718800" cy="42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chemeClr val="accent1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rPr>
              <a:t>‹#›</a:t>
            </a:fld>
            <a:endParaRPr>
              <a:solidFill>
                <a:schemeClr val="accent1"/>
              </a:solidFill>
              <a:latin typeface="STIX Two Text Medium"/>
              <a:ea typeface="STIX Two Text Medium"/>
              <a:cs typeface="STIX Two Text Medium"/>
              <a:sym typeface="STIX Two Text Medium"/>
            </a:endParaRPr>
          </a:p>
        </p:txBody>
      </p:sp>
      <p:sp>
        <p:nvSpPr>
          <p:cNvPr id="148" name="Google Shape;148;p11"/>
          <p:cNvSpPr txBox="1">
            <a:spLocks noGrp="1"/>
          </p:cNvSpPr>
          <p:nvPr>
            <p:ph type="title"/>
          </p:nvPr>
        </p:nvSpPr>
        <p:spPr>
          <a:xfrm>
            <a:off x="1712775" y="1103850"/>
            <a:ext cx="6974100" cy="2935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49" name="Google Shape;149;p11"/>
          <p:cNvSpPr txBox="1">
            <a:spLocks noGrp="1"/>
          </p:cNvSpPr>
          <p:nvPr>
            <p:ph type="subTitle" idx="1"/>
          </p:nvPr>
        </p:nvSpPr>
        <p:spPr>
          <a:xfrm rot="-5400000">
            <a:off x="-1577350" y="2403575"/>
            <a:ext cx="4226400" cy="336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CUSTOM_1_2"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1" name="Google Shape;151;p12"/>
          <p:cNvGrpSpPr/>
          <p:nvPr/>
        </p:nvGrpSpPr>
        <p:grpSpPr>
          <a:xfrm>
            <a:off x="0" y="455100"/>
            <a:ext cx="9144000" cy="4519401"/>
            <a:chOff x="0" y="455100"/>
            <a:chExt cx="9144000" cy="4519401"/>
          </a:xfrm>
        </p:grpSpPr>
        <p:sp>
          <p:nvSpPr>
            <p:cNvPr id="152" name="Google Shape;152;p12"/>
            <p:cNvSpPr/>
            <p:nvPr/>
          </p:nvSpPr>
          <p:spPr>
            <a:xfrm flipH="1">
              <a:off x="4560600" y="455100"/>
              <a:ext cx="4583400" cy="4231200"/>
            </a:xfrm>
            <a:prstGeom prst="round1Rect">
              <a:avLst>
                <a:gd name="adj" fmla="val 7773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" name="Google Shape;153;p12"/>
            <p:cNvSpPr/>
            <p:nvPr/>
          </p:nvSpPr>
          <p:spPr>
            <a:xfrm>
              <a:off x="0" y="455100"/>
              <a:ext cx="4583400" cy="4231200"/>
            </a:xfrm>
            <a:prstGeom prst="round1Rect">
              <a:avLst>
                <a:gd name="adj" fmla="val 7773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" name="Google Shape;154;p12"/>
            <p:cNvSpPr/>
            <p:nvPr/>
          </p:nvSpPr>
          <p:spPr>
            <a:xfrm>
              <a:off x="4212650" y="4256001"/>
              <a:ext cx="718800" cy="7185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55" name="Google Shape;155;p12"/>
          <p:cNvSpPr txBox="1"/>
          <p:nvPr/>
        </p:nvSpPr>
        <p:spPr>
          <a:xfrm>
            <a:off x="4212575" y="4533153"/>
            <a:ext cx="718800" cy="42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chemeClr val="accent1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rPr>
              <a:t>‹#›</a:t>
            </a:fld>
            <a:endParaRPr>
              <a:solidFill>
                <a:schemeClr val="accent1"/>
              </a:solidFill>
              <a:latin typeface="STIX Two Text Medium"/>
              <a:ea typeface="STIX Two Text Medium"/>
              <a:cs typeface="STIX Two Text Medium"/>
              <a:sym typeface="STIX Two Text Medium"/>
            </a:endParaRPr>
          </a:p>
        </p:txBody>
      </p:sp>
      <p:grpSp>
        <p:nvGrpSpPr>
          <p:cNvPr id="156" name="Google Shape;156;p12"/>
          <p:cNvGrpSpPr/>
          <p:nvPr/>
        </p:nvGrpSpPr>
        <p:grpSpPr>
          <a:xfrm>
            <a:off x="352550" y="0"/>
            <a:ext cx="640200" cy="4039455"/>
            <a:chOff x="3245525" y="0"/>
            <a:chExt cx="640200" cy="4306455"/>
          </a:xfrm>
        </p:grpSpPr>
        <p:sp>
          <p:nvSpPr>
            <p:cNvPr id="157" name="Google Shape;157;p12"/>
            <p:cNvSpPr/>
            <p:nvPr/>
          </p:nvSpPr>
          <p:spPr>
            <a:xfrm rot="-5400000">
              <a:off x="2879825" y="3300555"/>
              <a:ext cx="1371600" cy="640200"/>
            </a:xfrm>
            <a:prstGeom prst="chevron">
              <a:avLst>
                <a:gd name="adj" fmla="val 20755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" name="Google Shape;158;p12"/>
            <p:cNvSpPr/>
            <p:nvPr/>
          </p:nvSpPr>
          <p:spPr>
            <a:xfrm>
              <a:off x="3245525" y="0"/>
              <a:ext cx="640200" cy="36858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59" name="Google Shape;159;p12"/>
          <p:cNvSpPr txBox="1">
            <a:spLocks noGrp="1"/>
          </p:cNvSpPr>
          <p:nvPr>
            <p:ph type="title"/>
          </p:nvPr>
        </p:nvSpPr>
        <p:spPr>
          <a:xfrm>
            <a:off x="1712775" y="1103850"/>
            <a:ext cx="6974100" cy="2935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>
  <p:cSld name="CUSTOM_1_2_1"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1" name="Google Shape;161;p13"/>
          <p:cNvGrpSpPr/>
          <p:nvPr/>
        </p:nvGrpSpPr>
        <p:grpSpPr>
          <a:xfrm>
            <a:off x="0" y="455100"/>
            <a:ext cx="9144000" cy="4519401"/>
            <a:chOff x="0" y="455100"/>
            <a:chExt cx="9144000" cy="4519401"/>
          </a:xfrm>
        </p:grpSpPr>
        <p:sp>
          <p:nvSpPr>
            <p:cNvPr id="162" name="Google Shape;162;p13"/>
            <p:cNvSpPr/>
            <p:nvPr/>
          </p:nvSpPr>
          <p:spPr>
            <a:xfrm flipH="1">
              <a:off x="4560600" y="455100"/>
              <a:ext cx="4583400" cy="4231200"/>
            </a:xfrm>
            <a:prstGeom prst="round1Rect">
              <a:avLst>
                <a:gd name="adj" fmla="val 7773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" name="Google Shape;163;p13"/>
            <p:cNvSpPr/>
            <p:nvPr/>
          </p:nvSpPr>
          <p:spPr>
            <a:xfrm>
              <a:off x="0" y="455100"/>
              <a:ext cx="4583400" cy="4231200"/>
            </a:xfrm>
            <a:prstGeom prst="round1Rect">
              <a:avLst>
                <a:gd name="adj" fmla="val 7773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" name="Google Shape;164;p13"/>
            <p:cNvSpPr/>
            <p:nvPr/>
          </p:nvSpPr>
          <p:spPr>
            <a:xfrm>
              <a:off x="4212650" y="4256001"/>
              <a:ext cx="718800" cy="7185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65" name="Google Shape;165;p13"/>
          <p:cNvSpPr txBox="1"/>
          <p:nvPr/>
        </p:nvSpPr>
        <p:spPr>
          <a:xfrm>
            <a:off x="4212575" y="4533153"/>
            <a:ext cx="718800" cy="42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chemeClr val="accent1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rPr>
              <a:t>‹#›</a:t>
            </a:fld>
            <a:endParaRPr>
              <a:solidFill>
                <a:schemeClr val="accent1"/>
              </a:solidFill>
              <a:latin typeface="STIX Two Text Medium"/>
              <a:ea typeface="STIX Two Text Medium"/>
              <a:cs typeface="STIX Two Text Medium"/>
              <a:sym typeface="STIX Two Text Medium"/>
            </a:endParaRPr>
          </a:p>
        </p:txBody>
      </p:sp>
      <p:sp>
        <p:nvSpPr>
          <p:cNvPr id="166" name="Google Shape;166;p13"/>
          <p:cNvSpPr txBox="1">
            <a:spLocks noGrp="1"/>
          </p:cNvSpPr>
          <p:nvPr>
            <p:ph type="title"/>
          </p:nvPr>
        </p:nvSpPr>
        <p:spPr>
          <a:xfrm>
            <a:off x="311700" y="1555150"/>
            <a:ext cx="2896800" cy="2319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TIX Two Text SemiBold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TIX Two Text SemiBold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TIX Two Text SemiBold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TIX Two Text SemiBold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TIX Two Text SemiBold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TIX Two Text SemiBold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TIX Two Text SemiBold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TIX Two Text SemiBold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TIX Two Text SemiBold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 with footer">
  <p:cSld name="CUSTOM_1_2_1_1"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8" name="Google Shape;168;p14"/>
          <p:cNvGrpSpPr/>
          <p:nvPr/>
        </p:nvGrpSpPr>
        <p:grpSpPr>
          <a:xfrm>
            <a:off x="0" y="455100"/>
            <a:ext cx="9144000" cy="4519401"/>
            <a:chOff x="0" y="455100"/>
            <a:chExt cx="9144000" cy="4519401"/>
          </a:xfrm>
        </p:grpSpPr>
        <p:sp>
          <p:nvSpPr>
            <p:cNvPr id="169" name="Google Shape;169;p14"/>
            <p:cNvSpPr/>
            <p:nvPr/>
          </p:nvSpPr>
          <p:spPr>
            <a:xfrm flipH="1">
              <a:off x="4560600" y="455100"/>
              <a:ext cx="4583400" cy="4231200"/>
            </a:xfrm>
            <a:prstGeom prst="round1Rect">
              <a:avLst>
                <a:gd name="adj" fmla="val 7773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" name="Google Shape;170;p14"/>
            <p:cNvSpPr/>
            <p:nvPr/>
          </p:nvSpPr>
          <p:spPr>
            <a:xfrm>
              <a:off x="0" y="455100"/>
              <a:ext cx="4583400" cy="4231200"/>
            </a:xfrm>
            <a:prstGeom prst="round1Rect">
              <a:avLst>
                <a:gd name="adj" fmla="val 7773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" name="Google Shape;171;p14"/>
            <p:cNvSpPr/>
            <p:nvPr/>
          </p:nvSpPr>
          <p:spPr>
            <a:xfrm>
              <a:off x="4212650" y="4256001"/>
              <a:ext cx="718800" cy="7185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72" name="Google Shape;172;p14"/>
          <p:cNvSpPr txBox="1"/>
          <p:nvPr/>
        </p:nvSpPr>
        <p:spPr>
          <a:xfrm>
            <a:off x="4212575" y="4533153"/>
            <a:ext cx="718800" cy="42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chemeClr val="accent1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rPr>
              <a:t>‹#›</a:t>
            </a:fld>
            <a:endParaRPr>
              <a:solidFill>
                <a:schemeClr val="accent1"/>
              </a:solidFill>
              <a:latin typeface="STIX Two Text Medium"/>
              <a:ea typeface="STIX Two Text Medium"/>
              <a:cs typeface="STIX Two Text Medium"/>
              <a:sym typeface="STIX Two Text Medium"/>
            </a:endParaRPr>
          </a:p>
        </p:txBody>
      </p:sp>
      <p:sp>
        <p:nvSpPr>
          <p:cNvPr id="173" name="Google Shape;173;p14"/>
          <p:cNvSpPr txBox="1">
            <a:spLocks noGrp="1"/>
          </p:cNvSpPr>
          <p:nvPr>
            <p:ph type="subTitle" idx="1"/>
          </p:nvPr>
        </p:nvSpPr>
        <p:spPr>
          <a:xfrm>
            <a:off x="366100" y="4773588"/>
            <a:ext cx="3539400" cy="282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9pPr>
          </a:lstStyle>
          <a:p>
            <a:endParaRPr/>
          </a:p>
        </p:txBody>
      </p:sp>
      <p:sp>
        <p:nvSpPr>
          <p:cNvPr id="174" name="Google Shape;174;p14"/>
          <p:cNvSpPr txBox="1">
            <a:spLocks noGrp="1"/>
          </p:cNvSpPr>
          <p:nvPr>
            <p:ph type="subTitle" idx="2"/>
          </p:nvPr>
        </p:nvSpPr>
        <p:spPr>
          <a:xfrm>
            <a:off x="5251900" y="4773588"/>
            <a:ext cx="3539400" cy="282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9pPr>
          </a:lstStyle>
          <a:p>
            <a:endParaRPr/>
          </a:p>
        </p:txBody>
      </p:sp>
      <p:sp>
        <p:nvSpPr>
          <p:cNvPr id="175" name="Google Shape;175;p14"/>
          <p:cNvSpPr txBox="1">
            <a:spLocks noGrp="1"/>
          </p:cNvSpPr>
          <p:nvPr>
            <p:ph type="body" idx="3"/>
          </p:nvPr>
        </p:nvSpPr>
        <p:spPr>
          <a:xfrm>
            <a:off x="5953000" y="2192550"/>
            <a:ext cx="2924100" cy="758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176" name="Google Shape;176;p14"/>
          <p:cNvSpPr txBox="1">
            <a:spLocks noGrp="1"/>
          </p:cNvSpPr>
          <p:nvPr>
            <p:ph type="title" hasCustomPrompt="1"/>
          </p:nvPr>
        </p:nvSpPr>
        <p:spPr>
          <a:xfrm>
            <a:off x="457200" y="1106125"/>
            <a:ext cx="4794600" cy="3082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0"/>
              <a:buNone/>
              <a:defRPr sz="20000"/>
            </a:lvl1pPr>
            <a:lvl2pPr lvl="1" algn="ctr">
              <a:spcBef>
                <a:spcPts val="0"/>
              </a:spcBef>
              <a:spcAft>
                <a:spcPts val="0"/>
              </a:spcAft>
              <a:buSzPts val="20000"/>
              <a:buNone/>
              <a:defRPr sz="20000"/>
            </a:lvl2pPr>
            <a:lvl3pPr lvl="2" algn="ctr">
              <a:spcBef>
                <a:spcPts val="0"/>
              </a:spcBef>
              <a:spcAft>
                <a:spcPts val="0"/>
              </a:spcAft>
              <a:buSzPts val="20000"/>
              <a:buNone/>
              <a:defRPr sz="20000"/>
            </a:lvl3pPr>
            <a:lvl4pPr lvl="3" algn="ctr">
              <a:spcBef>
                <a:spcPts val="0"/>
              </a:spcBef>
              <a:spcAft>
                <a:spcPts val="0"/>
              </a:spcAft>
              <a:buSzPts val="20000"/>
              <a:buNone/>
              <a:defRPr sz="20000"/>
            </a:lvl4pPr>
            <a:lvl5pPr lvl="4" algn="ctr">
              <a:spcBef>
                <a:spcPts val="0"/>
              </a:spcBef>
              <a:spcAft>
                <a:spcPts val="0"/>
              </a:spcAft>
              <a:buSzPts val="20000"/>
              <a:buNone/>
              <a:defRPr sz="20000"/>
            </a:lvl5pPr>
            <a:lvl6pPr lvl="5" algn="ctr">
              <a:spcBef>
                <a:spcPts val="0"/>
              </a:spcBef>
              <a:spcAft>
                <a:spcPts val="0"/>
              </a:spcAft>
              <a:buSzPts val="20000"/>
              <a:buNone/>
              <a:defRPr sz="20000"/>
            </a:lvl6pPr>
            <a:lvl7pPr lvl="6" algn="ctr">
              <a:spcBef>
                <a:spcPts val="0"/>
              </a:spcBef>
              <a:spcAft>
                <a:spcPts val="0"/>
              </a:spcAft>
              <a:buSzPts val="20000"/>
              <a:buNone/>
              <a:defRPr sz="20000"/>
            </a:lvl7pPr>
            <a:lvl8pPr lvl="7" algn="ctr">
              <a:spcBef>
                <a:spcPts val="0"/>
              </a:spcBef>
              <a:spcAft>
                <a:spcPts val="0"/>
              </a:spcAft>
              <a:buSzPts val="20000"/>
              <a:buNone/>
              <a:defRPr sz="20000"/>
            </a:lvl8pPr>
            <a:lvl9pPr lvl="8" algn="ctr">
              <a:spcBef>
                <a:spcPts val="0"/>
              </a:spcBef>
              <a:spcAft>
                <a:spcPts val="0"/>
              </a:spcAft>
              <a:buSzPts val="20000"/>
              <a:buNone/>
              <a:defRPr sz="20000"/>
            </a:lvl9pPr>
          </a:lstStyle>
          <a:p>
            <a:r>
              <a:t>xx%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CUSTOM_1_2_1_1_1"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8" name="Google Shape;178;p15"/>
          <p:cNvGrpSpPr/>
          <p:nvPr/>
        </p:nvGrpSpPr>
        <p:grpSpPr>
          <a:xfrm>
            <a:off x="0" y="455100"/>
            <a:ext cx="9144000" cy="4519401"/>
            <a:chOff x="0" y="455100"/>
            <a:chExt cx="9144000" cy="4519401"/>
          </a:xfrm>
        </p:grpSpPr>
        <p:sp>
          <p:nvSpPr>
            <p:cNvPr id="179" name="Google Shape;179;p15"/>
            <p:cNvSpPr/>
            <p:nvPr/>
          </p:nvSpPr>
          <p:spPr>
            <a:xfrm flipH="1">
              <a:off x="4560600" y="455100"/>
              <a:ext cx="4583400" cy="4231200"/>
            </a:xfrm>
            <a:prstGeom prst="round1Rect">
              <a:avLst>
                <a:gd name="adj" fmla="val 7773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" name="Google Shape;180;p15"/>
            <p:cNvSpPr/>
            <p:nvPr/>
          </p:nvSpPr>
          <p:spPr>
            <a:xfrm>
              <a:off x="0" y="455100"/>
              <a:ext cx="4583400" cy="4231200"/>
            </a:xfrm>
            <a:prstGeom prst="round1Rect">
              <a:avLst>
                <a:gd name="adj" fmla="val 7773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" name="Google Shape;181;p15"/>
            <p:cNvSpPr/>
            <p:nvPr/>
          </p:nvSpPr>
          <p:spPr>
            <a:xfrm>
              <a:off x="4212650" y="4256001"/>
              <a:ext cx="718800" cy="7185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82" name="Google Shape;182;p15"/>
          <p:cNvSpPr txBox="1"/>
          <p:nvPr/>
        </p:nvSpPr>
        <p:spPr>
          <a:xfrm>
            <a:off x="4212575" y="4533153"/>
            <a:ext cx="718800" cy="42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chemeClr val="accent1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rPr>
              <a:t>‹#›</a:t>
            </a:fld>
            <a:endParaRPr>
              <a:solidFill>
                <a:schemeClr val="accent1"/>
              </a:solidFill>
              <a:latin typeface="STIX Two Text Medium"/>
              <a:ea typeface="STIX Two Text Medium"/>
              <a:cs typeface="STIX Two Text Medium"/>
              <a:sym typeface="STIX Two Text Medium"/>
            </a:endParaRPr>
          </a:p>
        </p:txBody>
      </p:sp>
      <p:sp>
        <p:nvSpPr>
          <p:cNvPr id="183" name="Google Shape;183;p15"/>
          <p:cNvSpPr txBox="1">
            <a:spLocks noGrp="1"/>
          </p:cNvSpPr>
          <p:nvPr>
            <p:ph type="title" hasCustomPrompt="1"/>
          </p:nvPr>
        </p:nvSpPr>
        <p:spPr>
          <a:xfrm>
            <a:off x="457200" y="1106125"/>
            <a:ext cx="4794600" cy="3082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0"/>
              <a:buNone/>
              <a:defRPr sz="20000"/>
            </a:lvl1pPr>
            <a:lvl2pPr lvl="1" algn="ctr">
              <a:spcBef>
                <a:spcPts val="0"/>
              </a:spcBef>
              <a:spcAft>
                <a:spcPts val="0"/>
              </a:spcAft>
              <a:buSzPts val="20000"/>
              <a:buNone/>
              <a:defRPr sz="20000"/>
            </a:lvl2pPr>
            <a:lvl3pPr lvl="2" algn="ctr">
              <a:spcBef>
                <a:spcPts val="0"/>
              </a:spcBef>
              <a:spcAft>
                <a:spcPts val="0"/>
              </a:spcAft>
              <a:buSzPts val="20000"/>
              <a:buNone/>
              <a:defRPr sz="20000"/>
            </a:lvl3pPr>
            <a:lvl4pPr lvl="3" algn="ctr">
              <a:spcBef>
                <a:spcPts val="0"/>
              </a:spcBef>
              <a:spcAft>
                <a:spcPts val="0"/>
              </a:spcAft>
              <a:buSzPts val="20000"/>
              <a:buNone/>
              <a:defRPr sz="20000"/>
            </a:lvl4pPr>
            <a:lvl5pPr lvl="4" algn="ctr">
              <a:spcBef>
                <a:spcPts val="0"/>
              </a:spcBef>
              <a:spcAft>
                <a:spcPts val="0"/>
              </a:spcAft>
              <a:buSzPts val="20000"/>
              <a:buNone/>
              <a:defRPr sz="20000"/>
            </a:lvl5pPr>
            <a:lvl6pPr lvl="5" algn="ctr">
              <a:spcBef>
                <a:spcPts val="0"/>
              </a:spcBef>
              <a:spcAft>
                <a:spcPts val="0"/>
              </a:spcAft>
              <a:buSzPts val="20000"/>
              <a:buNone/>
              <a:defRPr sz="20000"/>
            </a:lvl6pPr>
            <a:lvl7pPr lvl="6" algn="ctr">
              <a:spcBef>
                <a:spcPts val="0"/>
              </a:spcBef>
              <a:spcAft>
                <a:spcPts val="0"/>
              </a:spcAft>
              <a:buSzPts val="20000"/>
              <a:buNone/>
              <a:defRPr sz="20000"/>
            </a:lvl7pPr>
            <a:lvl8pPr lvl="7" algn="ctr">
              <a:spcBef>
                <a:spcPts val="0"/>
              </a:spcBef>
              <a:spcAft>
                <a:spcPts val="0"/>
              </a:spcAft>
              <a:buSzPts val="20000"/>
              <a:buNone/>
              <a:defRPr sz="20000"/>
            </a:lvl8pPr>
            <a:lvl9pPr lvl="8" algn="ctr">
              <a:spcBef>
                <a:spcPts val="0"/>
              </a:spcBef>
              <a:spcAft>
                <a:spcPts val="0"/>
              </a:spcAft>
              <a:buSzPts val="20000"/>
              <a:buNone/>
              <a:defRPr sz="20000"/>
            </a:lvl9pPr>
          </a:lstStyle>
          <a:p>
            <a:r>
              <a:t>xx%</a:t>
            </a:r>
          </a:p>
        </p:txBody>
      </p:sp>
      <p:sp>
        <p:nvSpPr>
          <p:cNvPr id="184" name="Google Shape;184;p15"/>
          <p:cNvSpPr txBox="1">
            <a:spLocks noGrp="1"/>
          </p:cNvSpPr>
          <p:nvPr>
            <p:ph type="body" idx="1"/>
          </p:nvPr>
        </p:nvSpPr>
        <p:spPr>
          <a:xfrm>
            <a:off x="5953000" y="2192550"/>
            <a:ext cx="2924100" cy="758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body and image with footer">
  <p:cSld name="CUSTOM_1_1"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6" name="Google Shape;186;p16"/>
          <p:cNvGrpSpPr/>
          <p:nvPr/>
        </p:nvGrpSpPr>
        <p:grpSpPr>
          <a:xfrm>
            <a:off x="0" y="455100"/>
            <a:ext cx="9144000" cy="4519401"/>
            <a:chOff x="0" y="455100"/>
            <a:chExt cx="9144000" cy="4519401"/>
          </a:xfrm>
        </p:grpSpPr>
        <p:sp>
          <p:nvSpPr>
            <p:cNvPr id="187" name="Google Shape;187;p16"/>
            <p:cNvSpPr/>
            <p:nvPr/>
          </p:nvSpPr>
          <p:spPr>
            <a:xfrm flipH="1">
              <a:off x="4560600" y="455100"/>
              <a:ext cx="4583400" cy="4231200"/>
            </a:xfrm>
            <a:prstGeom prst="round1Rect">
              <a:avLst>
                <a:gd name="adj" fmla="val 7773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" name="Google Shape;188;p16"/>
            <p:cNvSpPr/>
            <p:nvPr/>
          </p:nvSpPr>
          <p:spPr>
            <a:xfrm>
              <a:off x="0" y="455100"/>
              <a:ext cx="4583400" cy="4231200"/>
            </a:xfrm>
            <a:prstGeom prst="round1Rect">
              <a:avLst>
                <a:gd name="adj" fmla="val 7773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" name="Google Shape;189;p16"/>
            <p:cNvSpPr/>
            <p:nvPr/>
          </p:nvSpPr>
          <p:spPr>
            <a:xfrm>
              <a:off x="4212650" y="4256001"/>
              <a:ext cx="718800" cy="7185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90" name="Google Shape;190;p16"/>
          <p:cNvSpPr txBox="1"/>
          <p:nvPr/>
        </p:nvSpPr>
        <p:spPr>
          <a:xfrm>
            <a:off x="4212575" y="4533153"/>
            <a:ext cx="718800" cy="42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chemeClr val="accent1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rPr>
              <a:t>‹#›</a:t>
            </a:fld>
            <a:endParaRPr>
              <a:solidFill>
                <a:schemeClr val="accent1"/>
              </a:solidFill>
              <a:latin typeface="STIX Two Text Medium"/>
              <a:ea typeface="STIX Two Text Medium"/>
              <a:cs typeface="STIX Two Text Medium"/>
              <a:sym typeface="STIX Two Text Medium"/>
            </a:endParaRPr>
          </a:p>
        </p:txBody>
      </p:sp>
      <p:sp>
        <p:nvSpPr>
          <p:cNvPr id="191" name="Google Shape;191;p16"/>
          <p:cNvSpPr txBox="1">
            <a:spLocks noGrp="1"/>
          </p:cNvSpPr>
          <p:nvPr>
            <p:ph type="title"/>
          </p:nvPr>
        </p:nvSpPr>
        <p:spPr>
          <a:xfrm>
            <a:off x="4829450" y="2249350"/>
            <a:ext cx="3849300" cy="715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92" name="Google Shape;192;p16"/>
          <p:cNvSpPr txBox="1">
            <a:spLocks noGrp="1"/>
          </p:cNvSpPr>
          <p:nvPr>
            <p:ph type="subTitle" idx="1"/>
          </p:nvPr>
        </p:nvSpPr>
        <p:spPr>
          <a:xfrm>
            <a:off x="366100" y="4773588"/>
            <a:ext cx="3539400" cy="282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9pPr>
          </a:lstStyle>
          <a:p>
            <a:endParaRPr/>
          </a:p>
        </p:txBody>
      </p:sp>
      <p:sp>
        <p:nvSpPr>
          <p:cNvPr id="193" name="Google Shape;193;p16"/>
          <p:cNvSpPr txBox="1">
            <a:spLocks noGrp="1"/>
          </p:cNvSpPr>
          <p:nvPr>
            <p:ph type="subTitle" idx="2"/>
          </p:nvPr>
        </p:nvSpPr>
        <p:spPr>
          <a:xfrm>
            <a:off x="5251900" y="4773588"/>
            <a:ext cx="3539400" cy="282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9pPr>
          </a:lstStyle>
          <a:p>
            <a:endParaRPr/>
          </a:p>
        </p:txBody>
      </p:sp>
      <p:sp>
        <p:nvSpPr>
          <p:cNvPr id="194" name="Google Shape;194;p16"/>
          <p:cNvSpPr txBox="1">
            <a:spLocks noGrp="1"/>
          </p:cNvSpPr>
          <p:nvPr>
            <p:ph type="body" idx="3"/>
          </p:nvPr>
        </p:nvSpPr>
        <p:spPr>
          <a:xfrm>
            <a:off x="4829450" y="3077525"/>
            <a:ext cx="3849300" cy="1380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195" name="Google Shape;195;p16"/>
          <p:cNvSpPr txBox="1">
            <a:spLocks noGrp="1"/>
          </p:cNvSpPr>
          <p:nvPr>
            <p:ph type="subTitle" idx="4"/>
          </p:nvPr>
        </p:nvSpPr>
        <p:spPr>
          <a:xfrm>
            <a:off x="4829450" y="685800"/>
            <a:ext cx="3849300" cy="28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6" name="Google Shape;196;p16"/>
          <p:cNvSpPr>
            <a:spLocks noGrp="1"/>
          </p:cNvSpPr>
          <p:nvPr>
            <p:ph type="pic" idx="5"/>
          </p:nvPr>
        </p:nvSpPr>
        <p:spPr>
          <a:xfrm>
            <a:off x="457200" y="685800"/>
            <a:ext cx="3755400" cy="37719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body and image">
  <p:cSld name="CUSTOM_1_1_2"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8" name="Google Shape;198;p17"/>
          <p:cNvGrpSpPr/>
          <p:nvPr/>
        </p:nvGrpSpPr>
        <p:grpSpPr>
          <a:xfrm>
            <a:off x="0" y="455100"/>
            <a:ext cx="9144000" cy="4519401"/>
            <a:chOff x="0" y="455100"/>
            <a:chExt cx="9144000" cy="4519401"/>
          </a:xfrm>
        </p:grpSpPr>
        <p:sp>
          <p:nvSpPr>
            <p:cNvPr id="199" name="Google Shape;199;p17"/>
            <p:cNvSpPr/>
            <p:nvPr/>
          </p:nvSpPr>
          <p:spPr>
            <a:xfrm flipH="1">
              <a:off x="4560600" y="455100"/>
              <a:ext cx="4583400" cy="4231200"/>
            </a:xfrm>
            <a:prstGeom prst="round1Rect">
              <a:avLst>
                <a:gd name="adj" fmla="val 7773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" name="Google Shape;200;p17"/>
            <p:cNvSpPr/>
            <p:nvPr/>
          </p:nvSpPr>
          <p:spPr>
            <a:xfrm>
              <a:off x="0" y="455100"/>
              <a:ext cx="4583400" cy="4231200"/>
            </a:xfrm>
            <a:prstGeom prst="round1Rect">
              <a:avLst>
                <a:gd name="adj" fmla="val 7773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" name="Google Shape;201;p17"/>
            <p:cNvSpPr/>
            <p:nvPr/>
          </p:nvSpPr>
          <p:spPr>
            <a:xfrm>
              <a:off x="4212650" y="4256001"/>
              <a:ext cx="718800" cy="7185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02" name="Google Shape;202;p17"/>
          <p:cNvSpPr txBox="1"/>
          <p:nvPr/>
        </p:nvSpPr>
        <p:spPr>
          <a:xfrm>
            <a:off x="4212575" y="4533153"/>
            <a:ext cx="718800" cy="42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chemeClr val="accent1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rPr>
              <a:t>‹#›</a:t>
            </a:fld>
            <a:endParaRPr>
              <a:solidFill>
                <a:schemeClr val="accent1"/>
              </a:solidFill>
              <a:latin typeface="STIX Two Text Medium"/>
              <a:ea typeface="STIX Two Text Medium"/>
              <a:cs typeface="STIX Two Text Medium"/>
              <a:sym typeface="STIX Two Text Medium"/>
            </a:endParaRPr>
          </a:p>
        </p:txBody>
      </p:sp>
      <p:sp>
        <p:nvSpPr>
          <p:cNvPr id="203" name="Google Shape;203;p17"/>
          <p:cNvSpPr txBox="1">
            <a:spLocks noGrp="1"/>
          </p:cNvSpPr>
          <p:nvPr>
            <p:ph type="title"/>
          </p:nvPr>
        </p:nvSpPr>
        <p:spPr>
          <a:xfrm>
            <a:off x="4829450" y="685800"/>
            <a:ext cx="3849300" cy="1380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204" name="Google Shape;204;p17"/>
          <p:cNvSpPr txBox="1">
            <a:spLocks noGrp="1"/>
          </p:cNvSpPr>
          <p:nvPr>
            <p:ph type="body" idx="1"/>
          </p:nvPr>
        </p:nvSpPr>
        <p:spPr>
          <a:xfrm>
            <a:off x="4829450" y="3077525"/>
            <a:ext cx="3849300" cy="1380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205" name="Google Shape;205;p17"/>
          <p:cNvSpPr>
            <a:spLocks noGrp="1"/>
          </p:cNvSpPr>
          <p:nvPr>
            <p:ph type="pic" idx="2"/>
          </p:nvPr>
        </p:nvSpPr>
        <p:spPr>
          <a:xfrm>
            <a:off x="457200" y="685800"/>
            <a:ext cx="3755400" cy="37719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image">
  <p:cSld name="CUSTOM_1_1_2_1"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7" name="Google Shape;207;p18"/>
          <p:cNvGrpSpPr/>
          <p:nvPr/>
        </p:nvGrpSpPr>
        <p:grpSpPr>
          <a:xfrm>
            <a:off x="0" y="455100"/>
            <a:ext cx="9144000" cy="4519401"/>
            <a:chOff x="0" y="455100"/>
            <a:chExt cx="9144000" cy="4519401"/>
          </a:xfrm>
        </p:grpSpPr>
        <p:sp>
          <p:nvSpPr>
            <p:cNvPr id="208" name="Google Shape;208;p18"/>
            <p:cNvSpPr/>
            <p:nvPr/>
          </p:nvSpPr>
          <p:spPr>
            <a:xfrm flipH="1">
              <a:off x="4560600" y="455100"/>
              <a:ext cx="4583400" cy="4231200"/>
            </a:xfrm>
            <a:prstGeom prst="round1Rect">
              <a:avLst>
                <a:gd name="adj" fmla="val 7773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" name="Google Shape;209;p18"/>
            <p:cNvSpPr/>
            <p:nvPr/>
          </p:nvSpPr>
          <p:spPr>
            <a:xfrm>
              <a:off x="0" y="455100"/>
              <a:ext cx="4583400" cy="4231200"/>
            </a:xfrm>
            <a:prstGeom prst="round1Rect">
              <a:avLst>
                <a:gd name="adj" fmla="val 7773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" name="Google Shape;210;p18"/>
            <p:cNvSpPr/>
            <p:nvPr/>
          </p:nvSpPr>
          <p:spPr>
            <a:xfrm>
              <a:off x="4212650" y="4256001"/>
              <a:ext cx="718800" cy="7185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11" name="Google Shape;211;p18"/>
          <p:cNvSpPr txBox="1"/>
          <p:nvPr/>
        </p:nvSpPr>
        <p:spPr>
          <a:xfrm>
            <a:off x="4212575" y="4533153"/>
            <a:ext cx="718800" cy="42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chemeClr val="accent1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rPr>
              <a:t>‹#›</a:t>
            </a:fld>
            <a:endParaRPr>
              <a:solidFill>
                <a:schemeClr val="accent1"/>
              </a:solidFill>
              <a:latin typeface="STIX Two Text Medium"/>
              <a:ea typeface="STIX Two Text Medium"/>
              <a:cs typeface="STIX Two Text Medium"/>
              <a:sym typeface="STIX Two Text Medium"/>
            </a:endParaRPr>
          </a:p>
        </p:txBody>
      </p:sp>
      <p:sp>
        <p:nvSpPr>
          <p:cNvPr id="212" name="Google Shape;212;p18"/>
          <p:cNvSpPr>
            <a:spLocks noGrp="1"/>
          </p:cNvSpPr>
          <p:nvPr>
            <p:ph type="pic" idx="2"/>
          </p:nvPr>
        </p:nvSpPr>
        <p:spPr>
          <a:xfrm>
            <a:off x="4931375" y="685800"/>
            <a:ext cx="3755400" cy="3771900"/>
          </a:xfrm>
          <a:prstGeom prst="rect">
            <a:avLst/>
          </a:prstGeom>
          <a:noFill/>
          <a:ln>
            <a:noFill/>
          </a:ln>
        </p:spPr>
      </p:sp>
      <p:sp>
        <p:nvSpPr>
          <p:cNvPr id="213" name="Google Shape;213;p18"/>
          <p:cNvSpPr txBox="1">
            <a:spLocks noGrp="1"/>
          </p:cNvSpPr>
          <p:nvPr>
            <p:ph type="title"/>
          </p:nvPr>
        </p:nvSpPr>
        <p:spPr>
          <a:xfrm>
            <a:off x="311700" y="1555150"/>
            <a:ext cx="2896800" cy="2319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TIX Two Text SemiBold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TIX Two Text SemiBold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TIX Two Text SemiBold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TIX Two Text SemiBold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TIX Two Text SemiBold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TIX Two Text SemiBold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TIX Two Text SemiBold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TIX Two Text SemiBold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TIX Two Text SemiBold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ree big ideas with footer">
  <p:cSld name="CUSTOM_1_1_1">
    <p:spTree>
      <p:nvGrpSpPr>
        <p:cNvPr id="1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5" name="Google Shape;215;p19"/>
          <p:cNvGrpSpPr/>
          <p:nvPr/>
        </p:nvGrpSpPr>
        <p:grpSpPr>
          <a:xfrm>
            <a:off x="0" y="455100"/>
            <a:ext cx="9144000" cy="4519401"/>
            <a:chOff x="0" y="455100"/>
            <a:chExt cx="9144000" cy="4519401"/>
          </a:xfrm>
        </p:grpSpPr>
        <p:sp>
          <p:nvSpPr>
            <p:cNvPr id="216" name="Google Shape;216;p19"/>
            <p:cNvSpPr/>
            <p:nvPr/>
          </p:nvSpPr>
          <p:spPr>
            <a:xfrm flipH="1">
              <a:off x="4560600" y="455100"/>
              <a:ext cx="4583400" cy="4231200"/>
            </a:xfrm>
            <a:prstGeom prst="round1Rect">
              <a:avLst>
                <a:gd name="adj" fmla="val 7773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" name="Google Shape;217;p19"/>
            <p:cNvSpPr/>
            <p:nvPr/>
          </p:nvSpPr>
          <p:spPr>
            <a:xfrm>
              <a:off x="0" y="455100"/>
              <a:ext cx="4583400" cy="4231200"/>
            </a:xfrm>
            <a:prstGeom prst="round1Rect">
              <a:avLst>
                <a:gd name="adj" fmla="val 7773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" name="Google Shape;218;p19"/>
            <p:cNvSpPr/>
            <p:nvPr/>
          </p:nvSpPr>
          <p:spPr>
            <a:xfrm>
              <a:off x="4212650" y="4256001"/>
              <a:ext cx="718800" cy="7185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19" name="Google Shape;219;p19"/>
          <p:cNvSpPr txBox="1"/>
          <p:nvPr/>
        </p:nvSpPr>
        <p:spPr>
          <a:xfrm>
            <a:off x="4212575" y="4533153"/>
            <a:ext cx="718800" cy="42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chemeClr val="accent1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rPr>
              <a:t>‹#›</a:t>
            </a:fld>
            <a:endParaRPr>
              <a:solidFill>
                <a:schemeClr val="accent1"/>
              </a:solidFill>
              <a:latin typeface="STIX Two Text Medium"/>
              <a:ea typeface="STIX Two Text Medium"/>
              <a:cs typeface="STIX Two Text Medium"/>
              <a:sym typeface="STIX Two Text Medium"/>
            </a:endParaRPr>
          </a:p>
        </p:txBody>
      </p:sp>
      <p:sp>
        <p:nvSpPr>
          <p:cNvPr id="220" name="Google Shape;220;p19"/>
          <p:cNvSpPr txBox="1">
            <a:spLocks noGrp="1"/>
          </p:cNvSpPr>
          <p:nvPr>
            <p:ph type="subTitle" idx="1"/>
          </p:nvPr>
        </p:nvSpPr>
        <p:spPr>
          <a:xfrm>
            <a:off x="366100" y="4773588"/>
            <a:ext cx="3539400" cy="282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9pPr>
          </a:lstStyle>
          <a:p>
            <a:endParaRPr/>
          </a:p>
        </p:txBody>
      </p:sp>
      <p:sp>
        <p:nvSpPr>
          <p:cNvPr id="221" name="Google Shape;221;p19"/>
          <p:cNvSpPr txBox="1">
            <a:spLocks noGrp="1"/>
          </p:cNvSpPr>
          <p:nvPr>
            <p:ph type="subTitle" idx="2"/>
          </p:nvPr>
        </p:nvSpPr>
        <p:spPr>
          <a:xfrm>
            <a:off x="5251900" y="4773588"/>
            <a:ext cx="3539400" cy="282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9pPr>
          </a:lstStyle>
          <a:p>
            <a:endParaRPr/>
          </a:p>
        </p:txBody>
      </p:sp>
      <p:grpSp>
        <p:nvGrpSpPr>
          <p:cNvPr id="222" name="Google Shape;222;p19"/>
          <p:cNvGrpSpPr/>
          <p:nvPr/>
        </p:nvGrpSpPr>
        <p:grpSpPr>
          <a:xfrm>
            <a:off x="3572375" y="0"/>
            <a:ext cx="640200" cy="4470100"/>
            <a:chOff x="3245525" y="0"/>
            <a:chExt cx="640200" cy="4306455"/>
          </a:xfrm>
        </p:grpSpPr>
        <p:sp>
          <p:nvSpPr>
            <p:cNvPr id="223" name="Google Shape;223;p19"/>
            <p:cNvSpPr/>
            <p:nvPr/>
          </p:nvSpPr>
          <p:spPr>
            <a:xfrm rot="-5400000">
              <a:off x="2879825" y="3300555"/>
              <a:ext cx="1371600" cy="640200"/>
            </a:xfrm>
            <a:prstGeom prst="chevron">
              <a:avLst>
                <a:gd name="adj" fmla="val 20755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" name="Google Shape;224;p19"/>
            <p:cNvSpPr/>
            <p:nvPr/>
          </p:nvSpPr>
          <p:spPr>
            <a:xfrm>
              <a:off x="3245525" y="0"/>
              <a:ext cx="640200" cy="36858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25" name="Google Shape;225;p19"/>
          <p:cNvSpPr txBox="1">
            <a:spLocks noGrp="1"/>
          </p:cNvSpPr>
          <p:nvPr>
            <p:ph type="subTitle" idx="3"/>
          </p:nvPr>
        </p:nvSpPr>
        <p:spPr>
          <a:xfrm>
            <a:off x="4829450" y="768100"/>
            <a:ext cx="3765000" cy="2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6" name="Google Shape;226;p19"/>
          <p:cNvSpPr txBox="1">
            <a:spLocks noGrp="1"/>
          </p:cNvSpPr>
          <p:nvPr>
            <p:ph type="body" idx="4"/>
          </p:nvPr>
        </p:nvSpPr>
        <p:spPr>
          <a:xfrm>
            <a:off x="4829450" y="998844"/>
            <a:ext cx="3765000" cy="878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227" name="Google Shape;227;p19"/>
          <p:cNvSpPr txBox="1">
            <a:spLocks noGrp="1"/>
          </p:cNvSpPr>
          <p:nvPr>
            <p:ph type="subTitle" idx="5"/>
          </p:nvPr>
        </p:nvSpPr>
        <p:spPr>
          <a:xfrm>
            <a:off x="4829450" y="2018873"/>
            <a:ext cx="3765000" cy="2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8" name="Google Shape;228;p19"/>
          <p:cNvSpPr txBox="1">
            <a:spLocks noGrp="1"/>
          </p:cNvSpPr>
          <p:nvPr>
            <p:ph type="body" idx="6"/>
          </p:nvPr>
        </p:nvSpPr>
        <p:spPr>
          <a:xfrm>
            <a:off x="4829450" y="2249617"/>
            <a:ext cx="3765000" cy="878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229" name="Google Shape;229;p19"/>
          <p:cNvSpPr txBox="1">
            <a:spLocks noGrp="1"/>
          </p:cNvSpPr>
          <p:nvPr>
            <p:ph type="subTitle" idx="7"/>
          </p:nvPr>
        </p:nvSpPr>
        <p:spPr>
          <a:xfrm>
            <a:off x="4829450" y="3274833"/>
            <a:ext cx="3765000" cy="2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0" name="Google Shape;230;p19"/>
          <p:cNvSpPr txBox="1">
            <a:spLocks noGrp="1"/>
          </p:cNvSpPr>
          <p:nvPr>
            <p:ph type="body" idx="8"/>
          </p:nvPr>
        </p:nvSpPr>
        <p:spPr>
          <a:xfrm>
            <a:off x="4829450" y="3505577"/>
            <a:ext cx="3765000" cy="878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231" name="Google Shape;231;p19"/>
          <p:cNvSpPr txBox="1">
            <a:spLocks noGrp="1"/>
          </p:cNvSpPr>
          <p:nvPr>
            <p:ph type="ctrTitle"/>
          </p:nvPr>
        </p:nvSpPr>
        <p:spPr>
          <a:xfrm>
            <a:off x="352550" y="2171700"/>
            <a:ext cx="3219900" cy="800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Font typeface="STIX Two Text SemiBold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ree big ideas">
  <p:cSld name="CUSTOM_1_1_1_4"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3" name="Google Shape;233;p20"/>
          <p:cNvGrpSpPr/>
          <p:nvPr/>
        </p:nvGrpSpPr>
        <p:grpSpPr>
          <a:xfrm>
            <a:off x="0" y="455100"/>
            <a:ext cx="9144000" cy="4519401"/>
            <a:chOff x="0" y="455100"/>
            <a:chExt cx="9144000" cy="4519401"/>
          </a:xfrm>
        </p:grpSpPr>
        <p:sp>
          <p:nvSpPr>
            <p:cNvPr id="234" name="Google Shape;234;p20"/>
            <p:cNvSpPr/>
            <p:nvPr/>
          </p:nvSpPr>
          <p:spPr>
            <a:xfrm flipH="1">
              <a:off x="4560600" y="455100"/>
              <a:ext cx="4583400" cy="4231200"/>
            </a:xfrm>
            <a:prstGeom prst="round1Rect">
              <a:avLst>
                <a:gd name="adj" fmla="val 7773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" name="Google Shape;235;p20"/>
            <p:cNvSpPr/>
            <p:nvPr/>
          </p:nvSpPr>
          <p:spPr>
            <a:xfrm>
              <a:off x="0" y="455100"/>
              <a:ext cx="4583400" cy="4231200"/>
            </a:xfrm>
            <a:prstGeom prst="round1Rect">
              <a:avLst>
                <a:gd name="adj" fmla="val 7773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" name="Google Shape;236;p20"/>
            <p:cNvSpPr/>
            <p:nvPr/>
          </p:nvSpPr>
          <p:spPr>
            <a:xfrm>
              <a:off x="4212650" y="4256001"/>
              <a:ext cx="718800" cy="7185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37" name="Google Shape;237;p20"/>
          <p:cNvSpPr txBox="1"/>
          <p:nvPr/>
        </p:nvSpPr>
        <p:spPr>
          <a:xfrm>
            <a:off x="4212575" y="4533153"/>
            <a:ext cx="718800" cy="42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chemeClr val="accent1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rPr>
              <a:t>‹#›</a:t>
            </a:fld>
            <a:endParaRPr>
              <a:solidFill>
                <a:schemeClr val="accent1"/>
              </a:solidFill>
              <a:latin typeface="STIX Two Text Medium"/>
              <a:ea typeface="STIX Two Text Medium"/>
              <a:cs typeface="STIX Two Text Medium"/>
              <a:sym typeface="STIX Two Text Medium"/>
            </a:endParaRPr>
          </a:p>
        </p:txBody>
      </p:sp>
      <p:grpSp>
        <p:nvGrpSpPr>
          <p:cNvPr id="238" name="Google Shape;238;p20"/>
          <p:cNvGrpSpPr/>
          <p:nvPr/>
        </p:nvGrpSpPr>
        <p:grpSpPr>
          <a:xfrm>
            <a:off x="3572375" y="0"/>
            <a:ext cx="640200" cy="4470100"/>
            <a:chOff x="3245525" y="0"/>
            <a:chExt cx="640200" cy="4306455"/>
          </a:xfrm>
        </p:grpSpPr>
        <p:sp>
          <p:nvSpPr>
            <p:cNvPr id="239" name="Google Shape;239;p20"/>
            <p:cNvSpPr/>
            <p:nvPr/>
          </p:nvSpPr>
          <p:spPr>
            <a:xfrm rot="-5400000">
              <a:off x="2879825" y="3300555"/>
              <a:ext cx="1371600" cy="640200"/>
            </a:xfrm>
            <a:prstGeom prst="chevron">
              <a:avLst>
                <a:gd name="adj" fmla="val 20755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" name="Google Shape;240;p20"/>
            <p:cNvSpPr/>
            <p:nvPr/>
          </p:nvSpPr>
          <p:spPr>
            <a:xfrm>
              <a:off x="3245525" y="0"/>
              <a:ext cx="640200" cy="36858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41" name="Google Shape;241;p20"/>
          <p:cNvSpPr txBox="1">
            <a:spLocks noGrp="1"/>
          </p:cNvSpPr>
          <p:nvPr>
            <p:ph type="subTitle" idx="1"/>
          </p:nvPr>
        </p:nvSpPr>
        <p:spPr>
          <a:xfrm>
            <a:off x="4829450" y="768100"/>
            <a:ext cx="3765000" cy="2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2" name="Google Shape;242;p20"/>
          <p:cNvSpPr txBox="1">
            <a:spLocks noGrp="1"/>
          </p:cNvSpPr>
          <p:nvPr>
            <p:ph type="body" idx="2"/>
          </p:nvPr>
        </p:nvSpPr>
        <p:spPr>
          <a:xfrm>
            <a:off x="4829450" y="998844"/>
            <a:ext cx="3765000" cy="878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243" name="Google Shape;243;p20"/>
          <p:cNvSpPr txBox="1">
            <a:spLocks noGrp="1"/>
          </p:cNvSpPr>
          <p:nvPr>
            <p:ph type="subTitle" idx="3"/>
          </p:nvPr>
        </p:nvSpPr>
        <p:spPr>
          <a:xfrm>
            <a:off x="4829450" y="2018873"/>
            <a:ext cx="3765000" cy="2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4" name="Google Shape;244;p20"/>
          <p:cNvSpPr txBox="1">
            <a:spLocks noGrp="1"/>
          </p:cNvSpPr>
          <p:nvPr>
            <p:ph type="body" idx="4"/>
          </p:nvPr>
        </p:nvSpPr>
        <p:spPr>
          <a:xfrm>
            <a:off x="4829450" y="2249617"/>
            <a:ext cx="3765000" cy="878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245" name="Google Shape;245;p20"/>
          <p:cNvSpPr txBox="1">
            <a:spLocks noGrp="1"/>
          </p:cNvSpPr>
          <p:nvPr>
            <p:ph type="subTitle" idx="5"/>
          </p:nvPr>
        </p:nvSpPr>
        <p:spPr>
          <a:xfrm>
            <a:off x="4829450" y="3274833"/>
            <a:ext cx="3765000" cy="2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6" name="Google Shape;246;p20"/>
          <p:cNvSpPr txBox="1">
            <a:spLocks noGrp="1"/>
          </p:cNvSpPr>
          <p:nvPr>
            <p:ph type="body" idx="6"/>
          </p:nvPr>
        </p:nvSpPr>
        <p:spPr>
          <a:xfrm>
            <a:off x="4829450" y="3505577"/>
            <a:ext cx="3765000" cy="878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247" name="Google Shape;247;p20"/>
          <p:cNvSpPr txBox="1">
            <a:spLocks noGrp="1"/>
          </p:cNvSpPr>
          <p:nvPr>
            <p:ph type="title"/>
          </p:nvPr>
        </p:nvSpPr>
        <p:spPr>
          <a:xfrm>
            <a:off x="311700" y="1555150"/>
            <a:ext cx="2896800" cy="2319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TIX Two Text SemiBold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TIX Two Text SemiBold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TIX Two Text SemiBold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TIX Two Text SemiBold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TIX Two Text SemiBold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TIX Two Text SemiBold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TIX Two Text SemiBold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TIX Two Text SemiBold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TIX Two Text SemiBold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Four big ideas">
  <p:cSld name="CUSTOM_1_1_1_3">
    <p:spTree>
      <p:nvGrpSpPr>
        <p:cNvPr id="1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9" name="Google Shape;249;p21"/>
          <p:cNvGrpSpPr/>
          <p:nvPr/>
        </p:nvGrpSpPr>
        <p:grpSpPr>
          <a:xfrm>
            <a:off x="0" y="455100"/>
            <a:ext cx="9144000" cy="4519401"/>
            <a:chOff x="0" y="455100"/>
            <a:chExt cx="9144000" cy="4519401"/>
          </a:xfrm>
        </p:grpSpPr>
        <p:sp>
          <p:nvSpPr>
            <p:cNvPr id="250" name="Google Shape;250;p21"/>
            <p:cNvSpPr/>
            <p:nvPr/>
          </p:nvSpPr>
          <p:spPr>
            <a:xfrm flipH="1">
              <a:off x="4560600" y="455100"/>
              <a:ext cx="4583400" cy="4231200"/>
            </a:xfrm>
            <a:prstGeom prst="round1Rect">
              <a:avLst>
                <a:gd name="adj" fmla="val 7773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" name="Google Shape;251;p21"/>
            <p:cNvSpPr/>
            <p:nvPr/>
          </p:nvSpPr>
          <p:spPr>
            <a:xfrm>
              <a:off x="0" y="455100"/>
              <a:ext cx="4583400" cy="4231200"/>
            </a:xfrm>
            <a:prstGeom prst="round1Rect">
              <a:avLst>
                <a:gd name="adj" fmla="val 7773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" name="Google Shape;252;p21"/>
            <p:cNvSpPr/>
            <p:nvPr/>
          </p:nvSpPr>
          <p:spPr>
            <a:xfrm>
              <a:off x="4212650" y="4256001"/>
              <a:ext cx="718800" cy="7185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53" name="Google Shape;253;p21"/>
          <p:cNvSpPr txBox="1"/>
          <p:nvPr/>
        </p:nvSpPr>
        <p:spPr>
          <a:xfrm>
            <a:off x="4212575" y="4533153"/>
            <a:ext cx="718800" cy="42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chemeClr val="accent1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rPr>
              <a:t>‹#›</a:t>
            </a:fld>
            <a:endParaRPr>
              <a:solidFill>
                <a:schemeClr val="accent1"/>
              </a:solidFill>
              <a:latin typeface="STIX Two Text Medium"/>
              <a:ea typeface="STIX Two Text Medium"/>
              <a:cs typeface="STIX Two Text Medium"/>
              <a:sym typeface="STIX Two Text Medium"/>
            </a:endParaRPr>
          </a:p>
        </p:txBody>
      </p:sp>
      <p:sp>
        <p:nvSpPr>
          <p:cNvPr id="254" name="Google Shape;254;p21"/>
          <p:cNvSpPr txBox="1">
            <a:spLocks noGrp="1"/>
          </p:cNvSpPr>
          <p:nvPr>
            <p:ph type="subTitle" idx="1"/>
          </p:nvPr>
        </p:nvSpPr>
        <p:spPr>
          <a:xfrm>
            <a:off x="4829450" y="1741450"/>
            <a:ext cx="3765000" cy="2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5" name="Google Shape;255;p21"/>
          <p:cNvSpPr txBox="1">
            <a:spLocks noGrp="1"/>
          </p:cNvSpPr>
          <p:nvPr>
            <p:ph type="body" idx="2"/>
          </p:nvPr>
        </p:nvSpPr>
        <p:spPr>
          <a:xfrm>
            <a:off x="4829450" y="1972200"/>
            <a:ext cx="3765000" cy="63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grpSp>
        <p:nvGrpSpPr>
          <p:cNvPr id="256" name="Google Shape;256;p21"/>
          <p:cNvGrpSpPr/>
          <p:nvPr/>
        </p:nvGrpSpPr>
        <p:grpSpPr>
          <a:xfrm>
            <a:off x="3572375" y="0"/>
            <a:ext cx="640200" cy="4470100"/>
            <a:chOff x="3245525" y="0"/>
            <a:chExt cx="640200" cy="4306455"/>
          </a:xfrm>
        </p:grpSpPr>
        <p:sp>
          <p:nvSpPr>
            <p:cNvPr id="257" name="Google Shape;257;p21"/>
            <p:cNvSpPr/>
            <p:nvPr/>
          </p:nvSpPr>
          <p:spPr>
            <a:xfrm rot="-5400000">
              <a:off x="2879825" y="3300555"/>
              <a:ext cx="1371600" cy="640200"/>
            </a:xfrm>
            <a:prstGeom prst="chevron">
              <a:avLst>
                <a:gd name="adj" fmla="val 20755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" name="Google Shape;258;p21"/>
            <p:cNvSpPr/>
            <p:nvPr/>
          </p:nvSpPr>
          <p:spPr>
            <a:xfrm>
              <a:off x="3245525" y="0"/>
              <a:ext cx="640200" cy="36858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59" name="Google Shape;259;p21"/>
          <p:cNvSpPr txBox="1">
            <a:spLocks noGrp="1"/>
          </p:cNvSpPr>
          <p:nvPr>
            <p:ph type="subTitle" idx="3"/>
          </p:nvPr>
        </p:nvSpPr>
        <p:spPr>
          <a:xfrm>
            <a:off x="4829450" y="768100"/>
            <a:ext cx="3765000" cy="2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0" name="Google Shape;260;p21"/>
          <p:cNvSpPr txBox="1">
            <a:spLocks noGrp="1"/>
          </p:cNvSpPr>
          <p:nvPr>
            <p:ph type="body" idx="4"/>
          </p:nvPr>
        </p:nvSpPr>
        <p:spPr>
          <a:xfrm>
            <a:off x="4829450" y="998850"/>
            <a:ext cx="3765000" cy="63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261" name="Google Shape;261;p21"/>
          <p:cNvSpPr txBox="1">
            <a:spLocks noGrp="1"/>
          </p:cNvSpPr>
          <p:nvPr>
            <p:ph type="subTitle" idx="5"/>
          </p:nvPr>
        </p:nvSpPr>
        <p:spPr>
          <a:xfrm>
            <a:off x="4829450" y="2714800"/>
            <a:ext cx="3765000" cy="2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2" name="Google Shape;262;p21"/>
          <p:cNvSpPr txBox="1">
            <a:spLocks noGrp="1"/>
          </p:cNvSpPr>
          <p:nvPr>
            <p:ph type="body" idx="6"/>
          </p:nvPr>
        </p:nvSpPr>
        <p:spPr>
          <a:xfrm>
            <a:off x="4829450" y="2945550"/>
            <a:ext cx="3765000" cy="63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263" name="Google Shape;263;p21"/>
          <p:cNvSpPr txBox="1">
            <a:spLocks noGrp="1"/>
          </p:cNvSpPr>
          <p:nvPr>
            <p:ph type="subTitle" idx="7"/>
          </p:nvPr>
        </p:nvSpPr>
        <p:spPr>
          <a:xfrm>
            <a:off x="4829450" y="3688150"/>
            <a:ext cx="3765000" cy="2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4" name="Google Shape;264;p21"/>
          <p:cNvSpPr txBox="1">
            <a:spLocks noGrp="1"/>
          </p:cNvSpPr>
          <p:nvPr>
            <p:ph type="body" idx="8"/>
          </p:nvPr>
        </p:nvSpPr>
        <p:spPr>
          <a:xfrm>
            <a:off x="4829450" y="3918900"/>
            <a:ext cx="3765000" cy="63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265" name="Google Shape;265;p21"/>
          <p:cNvSpPr txBox="1">
            <a:spLocks noGrp="1"/>
          </p:cNvSpPr>
          <p:nvPr>
            <p:ph type="title"/>
          </p:nvPr>
        </p:nvSpPr>
        <p:spPr>
          <a:xfrm>
            <a:off x="311700" y="1555150"/>
            <a:ext cx="2896800" cy="2319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TIX Two Text SemiBold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TIX Two Text SemiBold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TIX Two Text SemiBold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TIX Two Text SemiBold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TIX Two Text SemiBold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TIX Two Text SemiBold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TIX Two Text SemiBold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TIX Two Text SemiBold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TIX Two Text SemiBold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710">
          <p15:clr>
            <a:srgbClr val="E46962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two big ideas">
  <p:cSld name="CUSTOM_1_1_1_2">
    <p:spTree>
      <p:nvGrpSpPr>
        <p:cNvPr id="1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7" name="Google Shape;267;p22"/>
          <p:cNvGrpSpPr/>
          <p:nvPr/>
        </p:nvGrpSpPr>
        <p:grpSpPr>
          <a:xfrm>
            <a:off x="0" y="455100"/>
            <a:ext cx="9144000" cy="4519401"/>
            <a:chOff x="0" y="455100"/>
            <a:chExt cx="9144000" cy="4519401"/>
          </a:xfrm>
        </p:grpSpPr>
        <p:sp>
          <p:nvSpPr>
            <p:cNvPr id="268" name="Google Shape;268;p22"/>
            <p:cNvSpPr/>
            <p:nvPr/>
          </p:nvSpPr>
          <p:spPr>
            <a:xfrm flipH="1">
              <a:off x="4560600" y="455100"/>
              <a:ext cx="4583400" cy="4231200"/>
            </a:xfrm>
            <a:prstGeom prst="round1Rect">
              <a:avLst>
                <a:gd name="adj" fmla="val 7773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" name="Google Shape;269;p22"/>
            <p:cNvSpPr/>
            <p:nvPr/>
          </p:nvSpPr>
          <p:spPr>
            <a:xfrm>
              <a:off x="0" y="455100"/>
              <a:ext cx="4583400" cy="4231200"/>
            </a:xfrm>
            <a:prstGeom prst="round1Rect">
              <a:avLst>
                <a:gd name="adj" fmla="val 7773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" name="Google Shape;270;p22"/>
            <p:cNvSpPr/>
            <p:nvPr/>
          </p:nvSpPr>
          <p:spPr>
            <a:xfrm>
              <a:off x="4212650" y="4256001"/>
              <a:ext cx="718800" cy="7185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71" name="Google Shape;271;p22"/>
          <p:cNvSpPr txBox="1"/>
          <p:nvPr/>
        </p:nvSpPr>
        <p:spPr>
          <a:xfrm>
            <a:off x="4212575" y="4533153"/>
            <a:ext cx="718800" cy="42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chemeClr val="accent1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rPr>
              <a:t>‹#›</a:t>
            </a:fld>
            <a:endParaRPr>
              <a:solidFill>
                <a:schemeClr val="accent1"/>
              </a:solidFill>
              <a:latin typeface="STIX Two Text Medium"/>
              <a:ea typeface="STIX Two Text Medium"/>
              <a:cs typeface="STIX Two Text Medium"/>
              <a:sym typeface="STIX Two Text Medium"/>
            </a:endParaRPr>
          </a:p>
        </p:txBody>
      </p:sp>
      <p:grpSp>
        <p:nvGrpSpPr>
          <p:cNvPr id="272" name="Google Shape;272;p22"/>
          <p:cNvGrpSpPr/>
          <p:nvPr/>
        </p:nvGrpSpPr>
        <p:grpSpPr>
          <a:xfrm>
            <a:off x="3572375" y="0"/>
            <a:ext cx="640200" cy="4470100"/>
            <a:chOff x="3245525" y="0"/>
            <a:chExt cx="640200" cy="4306455"/>
          </a:xfrm>
        </p:grpSpPr>
        <p:sp>
          <p:nvSpPr>
            <p:cNvPr id="273" name="Google Shape;273;p22"/>
            <p:cNvSpPr/>
            <p:nvPr/>
          </p:nvSpPr>
          <p:spPr>
            <a:xfrm rot="-5400000">
              <a:off x="2879825" y="3300555"/>
              <a:ext cx="1371600" cy="640200"/>
            </a:xfrm>
            <a:prstGeom prst="chevron">
              <a:avLst>
                <a:gd name="adj" fmla="val 20755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" name="Google Shape;274;p22"/>
            <p:cNvSpPr/>
            <p:nvPr/>
          </p:nvSpPr>
          <p:spPr>
            <a:xfrm>
              <a:off x="3245525" y="0"/>
              <a:ext cx="640200" cy="36858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75" name="Google Shape;275;p22"/>
          <p:cNvSpPr txBox="1">
            <a:spLocks noGrp="1"/>
          </p:cNvSpPr>
          <p:nvPr>
            <p:ph type="subTitle" idx="1"/>
          </p:nvPr>
        </p:nvSpPr>
        <p:spPr>
          <a:xfrm>
            <a:off x="4829450" y="768100"/>
            <a:ext cx="3765000" cy="2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6" name="Google Shape;276;p22"/>
          <p:cNvSpPr txBox="1">
            <a:spLocks noGrp="1"/>
          </p:cNvSpPr>
          <p:nvPr>
            <p:ph type="subTitle" idx="2"/>
          </p:nvPr>
        </p:nvSpPr>
        <p:spPr>
          <a:xfrm>
            <a:off x="4829450" y="768098"/>
            <a:ext cx="3765000" cy="2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7" name="Google Shape;277;p22"/>
          <p:cNvSpPr txBox="1">
            <a:spLocks noGrp="1"/>
          </p:cNvSpPr>
          <p:nvPr>
            <p:ph type="body" idx="3"/>
          </p:nvPr>
        </p:nvSpPr>
        <p:spPr>
          <a:xfrm>
            <a:off x="4829450" y="998850"/>
            <a:ext cx="3765000" cy="1428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278" name="Google Shape;278;p22"/>
          <p:cNvSpPr txBox="1">
            <a:spLocks noGrp="1"/>
          </p:cNvSpPr>
          <p:nvPr>
            <p:ph type="subTitle" idx="4"/>
          </p:nvPr>
        </p:nvSpPr>
        <p:spPr>
          <a:xfrm>
            <a:off x="4829450" y="2571748"/>
            <a:ext cx="3765000" cy="2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9" name="Google Shape;279;p22"/>
          <p:cNvSpPr txBox="1">
            <a:spLocks noGrp="1"/>
          </p:cNvSpPr>
          <p:nvPr>
            <p:ph type="body" idx="5"/>
          </p:nvPr>
        </p:nvSpPr>
        <p:spPr>
          <a:xfrm>
            <a:off x="4829450" y="2802500"/>
            <a:ext cx="3765000" cy="1428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280" name="Google Shape;280;p22"/>
          <p:cNvSpPr txBox="1">
            <a:spLocks noGrp="1"/>
          </p:cNvSpPr>
          <p:nvPr>
            <p:ph type="title"/>
          </p:nvPr>
        </p:nvSpPr>
        <p:spPr>
          <a:xfrm>
            <a:off x="311700" y="1555150"/>
            <a:ext cx="2896800" cy="2319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TIX Two Text SemiBold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TIX Two Text SemiBold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TIX Two Text SemiBold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TIX Two Text SemiBold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TIX Two Text SemiBold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TIX Two Text SemiBold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TIX Two Text SemiBold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TIX Two Text SemiBold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TIX Two Text SemiBold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meline with footer">
  <p:cSld name="CUSTOM_1_1_1_1">
    <p:spTree>
      <p:nvGrpSpPr>
        <p:cNvPr id="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2" name="Google Shape;282;p23"/>
          <p:cNvGrpSpPr/>
          <p:nvPr/>
        </p:nvGrpSpPr>
        <p:grpSpPr>
          <a:xfrm>
            <a:off x="0" y="455100"/>
            <a:ext cx="9144000" cy="4519401"/>
            <a:chOff x="0" y="455100"/>
            <a:chExt cx="9144000" cy="4519401"/>
          </a:xfrm>
        </p:grpSpPr>
        <p:sp>
          <p:nvSpPr>
            <p:cNvPr id="283" name="Google Shape;283;p23"/>
            <p:cNvSpPr/>
            <p:nvPr/>
          </p:nvSpPr>
          <p:spPr>
            <a:xfrm flipH="1">
              <a:off x="4560600" y="455100"/>
              <a:ext cx="4583400" cy="4231200"/>
            </a:xfrm>
            <a:prstGeom prst="round1Rect">
              <a:avLst>
                <a:gd name="adj" fmla="val 7773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4" name="Google Shape;284;p23"/>
            <p:cNvSpPr/>
            <p:nvPr/>
          </p:nvSpPr>
          <p:spPr>
            <a:xfrm>
              <a:off x="0" y="455100"/>
              <a:ext cx="4583400" cy="4231200"/>
            </a:xfrm>
            <a:prstGeom prst="round1Rect">
              <a:avLst>
                <a:gd name="adj" fmla="val 7773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" name="Google Shape;285;p23"/>
            <p:cNvSpPr/>
            <p:nvPr/>
          </p:nvSpPr>
          <p:spPr>
            <a:xfrm>
              <a:off x="4212650" y="4256001"/>
              <a:ext cx="718800" cy="7185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86" name="Google Shape;286;p23"/>
          <p:cNvSpPr txBox="1"/>
          <p:nvPr/>
        </p:nvSpPr>
        <p:spPr>
          <a:xfrm>
            <a:off x="4212575" y="4533153"/>
            <a:ext cx="718800" cy="42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chemeClr val="accent1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rPr>
              <a:t>‹#›</a:t>
            </a:fld>
            <a:endParaRPr>
              <a:solidFill>
                <a:schemeClr val="accent1"/>
              </a:solidFill>
              <a:latin typeface="STIX Two Text Medium"/>
              <a:ea typeface="STIX Two Text Medium"/>
              <a:cs typeface="STIX Two Text Medium"/>
              <a:sym typeface="STIX Two Text Medium"/>
            </a:endParaRPr>
          </a:p>
        </p:txBody>
      </p:sp>
      <p:sp>
        <p:nvSpPr>
          <p:cNvPr id="287" name="Google Shape;287;p23"/>
          <p:cNvSpPr txBox="1">
            <a:spLocks noGrp="1"/>
          </p:cNvSpPr>
          <p:nvPr>
            <p:ph type="body" idx="1"/>
          </p:nvPr>
        </p:nvSpPr>
        <p:spPr>
          <a:xfrm>
            <a:off x="1985550" y="3609025"/>
            <a:ext cx="1880400" cy="65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914400" lvl="1" indent="-3048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288" name="Google Shape;288;p23"/>
          <p:cNvSpPr txBox="1">
            <a:spLocks noGrp="1"/>
          </p:cNvSpPr>
          <p:nvPr>
            <p:ph type="body" idx="2"/>
          </p:nvPr>
        </p:nvSpPr>
        <p:spPr>
          <a:xfrm>
            <a:off x="366100" y="1528100"/>
            <a:ext cx="1880400" cy="65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914400" lvl="1" indent="-3048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289" name="Google Shape;289;p23"/>
          <p:cNvSpPr txBox="1">
            <a:spLocks noGrp="1"/>
          </p:cNvSpPr>
          <p:nvPr>
            <p:ph type="body" idx="3"/>
          </p:nvPr>
        </p:nvSpPr>
        <p:spPr>
          <a:xfrm>
            <a:off x="6920925" y="1528100"/>
            <a:ext cx="1880400" cy="65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914400" lvl="1" indent="-3048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290" name="Google Shape;290;p23"/>
          <p:cNvSpPr txBox="1">
            <a:spLocks noGrp="1"/>
          </p:cNvSpPr>
          <p:nvPr>
            <p:ph type="body" idx="4"/>
          </p:nvPr>
        </p:nvSpPr>
        <p:spPr>
          <a:xfrm>
            <a:off x="3630125" y="1528100"/>
            <a:ext cx="1880400" cy="65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914400" lvl="1" indent="-3048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291" name="Google Shape;291;p23"/>
          <p:cNvSpPr txBox="1">
            <a:spLocks noGrp="1"/>
          </p:cNvSpPr>
          <p:nvPr>
            <p:ph type="subTitle" idx="5"/>
          </p:nvPr>
        </p:nvSpPr>
        <p:spPr>
          <a:xfrm>
            <a:off x="366100" y="4773588"/>
            <a:ext cx="3539400" cy="282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9pPr>
          </a:lstStyle>
          <a:p>
            <a:endParaRPr/>
          </a:p>
        </p:txBody>
      </p:sp>
      <p:sp>
        <p:nvSpPr>
          <p:cNvPr id="292" name="Google Shape;292;p23"/>
          <p:cNvSpPr txBox="1">
            <a:spLocks noGrp="1"/>
          </p:cNvSpPr>
          <p:nvPr>
            <p:ph type="subTitle" idx="6"/>
          </p:nvPr>
        </p:nvSpPr>
        <p:spPr>
          <a:xfrm>
            <a:off x="5251900" y="4773588"/>
            <a:ext cx="3539400" cy="282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9pPr>
          </a:lstStyle>
          <a:p>
            <a:endParaRPr/>
          </a:p>
        </p:txBody>
      </p:sp>
      <p:grpSp>
        <p:nvGrpSpPr>
          <p:cNvPr id="293" name="Google Shape;293;p23"/>
          <p:cNvGrpSpPr/>
          <p:nvPr/>
        </p:nvGrpSpPr>
        <p:grpSpPr>
          <a:xfrm rot="-5400000">
            <a:off x="4010494" y="-1441999"/>
            <a:ext cx="659534" cy="8680521"/>
            <a:chOff x="3245525" y="0"/>
            <a:chExt cx="640200" cy="4306455"/>
          </a:xfrm>
        </p:grpSpPr>
        <p:sp>
          <p:nvSpPr>
            <p:cNvPr id="294" name="Google Shape;294;p23"/>
            <p:cNvSpPr/>
            <p:nvPr/>
          </p:nvSpPr>
          <p:spPr>
            <a:xfrm rot="-5400000">
              <a:off x="2879825" y="3300555"/>
              <a:ext cx="1371600" cy="640200"/>
            </a:xfrm>
            <a:prstGeom prst="chevron">
              <a:avLst>
                <a:gd name="adj" fmla="val 20755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" name="Google Shape;295;p23"/>
            <p:cNvSpPr/>
            <p:nvPr/>
          </p:nvSpPr>
          <p:spPr>
            <a:xfrm>
              <a:off x="3245525" y="0"/>
              <a:ext cx="640200" cy="36858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96" name="Google Shape;296;p23"/>
          <p:cNvSpPr txBox="1">
            <a:spLocks noGrp="1"/>
          </p:cNvSpPr>
          <p:nvPr>
            <p:ph type="title"/>
          </p:nvPr>
        </p:nvSpPr>
        <p:spPr>
          <a:xfrm>
            <a:off x="366100" y="652125"/>
            <a:ext cx="3846600" cy="57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297" name="Google Shape;297;p23"/>
          <p:cNvSpPr txBox="1">
            <a:spLocks noGrp="1"/>
          </p:cNvSpPr>
          <p:nvPr>
            <p:ph type="subTitle" idx="7"/>
          </p:nvPr>
        </p:nvSpPr>
        <p:spPr>
          <a:xfrm>
            <a:off x="2103450" y="2663188"/>
            <a:ext cx="1644600" cy="470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600"/>
              <a:buFont typeface="STIX Two Text Medium"/>
              <a:buNone/>
              <a:defRPr sz="1600">
                <a:latin typeface="STIX Two Text Medium"/>
                <a:ea typeface="STIX Two Text Medium"/>
                <a:cs typeface="STIX Two Text Medium"/>
                <a:sym typeface="STIX Two Tex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Font typeface="STIX Two Text Medium"/>
              <a:buNone/>
              <a:defRPr sz="1600">
                <a:latin typeface="STIX Two Text Medium"/>
                <a:ea typeface="STIX Two Text Medium"/>
                <a:cs typeface="STIX Two Text Medium"/>
                <a:sym typeface="STIX Two Tex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Font typeface="STIX Two Text Medium"/>
              <a:buNone/>
              <a:defRPr sz="1600">
                <a:latin typeface="STIX Two Text Medium"/>
                <a:ea typeface="STIX Two Text Medium"/>
                <a:cs typeface="STIX Two Text Medium"/>
                <a:sym typeface="STIX Two Tex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Font typeface="STIX Two Text Medium"/>
              <a:buNone/>
              <a:defRPr sz="1600">
                <a:latin typeface="STIX Two Text Medium"/>
                <a:ea typeface="STIX Two Text Medium"/>
                <a:cs typeface="STIX Two Text Medium"/>
                <a:sym typeface="STIX Two Tex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Font typeface="STIX Two Text Medium"/>
              <a:buNone/>
              <a:defRPr sz="1600">
                <a:latin typeface="STIX Two Text Medium"/>
                <a:ea typeface="STIX Two Text Medium"/>
                <a:cs typeface="STIX Two Text Medium"/>
                <a:sym typeface="STIX Two Tex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Font typeface="STIX Two Text Medium"/>
              <a:buNone/>
              <a:defRPr sz="1600">
                <a:latin typeface="STIX Two Text Medium"/>
                <a:ea typeface="STIX Two Text Medium"/>
                <a:cs typeface="STIX Two Text Medium"/>
                <a:sym typeface="STIX Two Tex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Font typeface="STIX Two Text Medium"/>
              <a:buNone/>
              <a:defRPr sz="1600">
                <a:latin typeface="STIX Two Text Medium"/>
                <a:ea typeface="STIX Two Text Medium"/>
                <a:cs typeface="STIX Two Text Medium"/>
                <a:sym typeface="STIX Two Tex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Font typeface="STIX Two Text Medium"/>
              <a:buNone/>
              <a:defRPr sz="1600">
                <a:latin typeface="STIX Two Text Medium"/>
                <a:ea typeface="STIX Two Text Medium"/>
                <a:cs typeface="STIX Two Text Medium"/>
                <a:sym typeface="STIX Two Tex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Font typeface="STIX Two Text Medium"/>
              <a:buNone/>
              <a:defRPr sz="1600">
                <a:latin typeface="STIX Two Text Medium"/>
                <a:ea typeface="STIX Two Text Medium"/>
                <a:cs typeface="STIX Two Text Medium"/>
                <a:sym typeface="STIX Two Text Medium"/>
              </a:defRPr>
            </a:lvl9pPr>
          </a:lstStyle>
          <a:p>
            <a:endParaRPr/>
          </a:p>
        </p:txBody>
      </p:sp>
      <p:sp>
        <p:nvSpPr>
          <p:cNvPr id="298" name="Google Shape;298;p23"/>
          <p:cNvSpPr txBox="1">
            <a:spLocks noGrp="1"/>
          </p:cNvSpPr>
          <p:nvPr>
            <p:ph type="subTitle" idx="8"/>
          </p:nvPr>
        </p:nvSpPr>
        <p:spPr>
          <a:xfrm>
            <a:off x="3748031" y="2663188"/>
            <a:ext cx="1644600" cy="470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600"/>
              <a:buFont typeface="STIX Two Text Medium"/>
              <a:buNone/>
              <a:defRPr sz="1600">
                <a:latin typeface="STIX Two Text Medium"/>
                <a:ea typeface="STIX Two Text Medium"/>
                <a:cs typeface="STIX Two Text Medium"/>
                <a:sym typeface="STIX Two Tex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Font typeface="STIX Two Text Medium"/>
              <a:buNone/>
              <a:defRPr sz="1600">
                <a:latin typeface="STIX Two Text Medium"/>
                <a:ea typeface="STIX Two Text Medium"/>
                <a:cs typeface="STIX Two Text Medium"/>
                <a:sym typeface="STIX Two Tex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Font typeface="STIX Two Text Medium"/>
              <a:buNone/>
              <a:defRPr sz="1600">
                <a:latin typeface="STIX Two Text Medium"/>
                <a:ea typeface="STIX Two Text Medium"/>
                <a:cs typeface="STIX Two Text Medium"/>
                <a:sym typeface="STIX Two Tex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Font typeface="STIX Two Text Medium"/>
              <a:buNone/>
              <a:defRPr sz="1600">
                <a:latin typeface="STIX Two Text Medium"/>
                <a:ea typeface="STIX Two Text Medium"/>
                <a:cs typeface="STIX Two Text Medium"/>
                <a:sym typeface="STIX Two Tex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Font typeface="STIX Two Text Medium"/>
              <a:buNone/>
              <a:defRPr sz="1600">
                <a:latin typeface="STIX Two Text Medium"/>
                <a:ea typeface="STIX Two Text Medium"/>
                <a:cs typeface="STIX Two Text Medium"/>
                <a:sym typeface="STIX Two Tex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Font typeface="STIX Two Text Medium"/>
              <a:buNone/>
              <a:defRPr sz="1600">
                <a:latin typeface="STIX Two Text Medium"/>
                <a:ea typeface="STIX Two Text Medium"/>
                <a:cs typeface="STIX Two Text Medium"/>
                <a:sym typeface="STIX Two Tex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Font typeface="STIX Two Text Medium"/>
              <a:buNone/>
              <a:defRPr sz="1600">
                <a:latin typeface="STIX Two Text Medium"/>
                <a:ea typeface="STIX Two Text Medium"/>
                <a:cs typeface="STIX Two Text Medium"/>
                <a:sym typeface="STIX Two Tex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Font typeface="STIX Two Text Medium"/>
              <a:buNone/>
              <a:defRPr sz="1600">
                <a:latin typeface="STIX Two Text Medium"/>
                <a:ea typeface="STIX Two Text Medium"/>
                <a:cs typeface="STIX Two Text Medium"/>
                <a:sym typeface="STIX Two Tex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Font typeface="STIX Two Text Medium"/>
              <a:buNone/>
              <a:defRPr sz="1600">
                <a:latin typeface="STIX Two Text Medium"/>
                <a:ea typeface="STIX Two Text Medium"/>
                <a:cs typeface="STIX Two Text Medium"/>
                <a:sym typeface="STIX Two Text Medium"/>
              </a:defRPr>
            </a:lvl9pPr>
          </a:lstStyle>
          <a:p>
            <a:endParaRPr/>
          </a:p>
        </p:txBody>
      </p:sp>
      <p:sp>
        <p:nvSpPr>
          <p:cNvPr id="299" name="Google Shape;299;p23"/>
          <p:cNvSpPr txBox="1">
            <a:spLocks noGrp="1"/>
          </p:cNvSpPr>
          <p:nvPr>
            <p:ph type="subTitle" idx="9"/>
          </p:nvPr>
        </p:nvSpPr>
        <p:spPr>
          <a:xfrm>
            <a:off x="5395950" y="2663188"/>
            <a:ext cx="1644600" cy="470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600"/>
              <a:buFont typeface="STIX Two Text Medium"/>
              <a:buNone/>
              <a:defRPr sz="1600">
                <a:latin typeface="STIX Two Text Medium"/>
                <a:ea typeface="STIX Two Text Medium"/>
                <a:cs typeface="STIX Two Text Medium"/>
                <a:sym typeface="STIX Two Tex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Font typeface="STIX Two Text Medium"/>
              <a:buNone/>
              <a:defRPr sz="1600">
                <a:latin typeface="STIX Two Text Medium"/>
                <a:ea typeface="STIX Two Text Medium"/>
                <a:cs typeface="STIX Two Text Medium"/>
                <a:sym typeface="STIX Two Tex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Font typeface="STIX Two Text Medium"/>
              <a:buNone/>
              <a:defRPr sz="1600">
                <a:latin typeface="STIX Two Text Medium"/>
                <a:ea typeface="STIX Two Text Medium"/>
                <a:cs typeface="STIX Two Text Medium"/>
                <a:sym typeface="STIX Two Tex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Font typeface="STIX Two Text Medium"/>
              <a:buNone/>
              <a:defRPr sz="1600">
                <a:latin typeface="STIX Two Text Medium"/>
                <a:ea typeface="STIX Two Text Medium"/>
                <a:cs typeface="STIX Two Text Medium"/>
                <a:sym typeface="STIX Two Tex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Font typeface="STIX Two Text Medium"/>
              <a:buNone/>
              <a:defRPr sz="1600">
                <a:latin typeface="STIX Two Text Medium"/>
                <a:ea typeface="STIX Two Text Medium"/>
                <a:cs typeface="STIX Two Text Medium"/>
                <a:sym typeface="STIX Two Tex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Font typeface="STIX Two Text Medium"/>
              <a:buNone/>
              <a:defRPr sz="1600">
                <a:latin typeface="STIX Two Text Medium"/>
                <a:ea typeface="STIX Two Text Medium"/>
                <a:cs typeface="STIX Two Text Medium"/>
                <a:sym typeface="STIX Two Tex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Font typeface="STIX Two Text Medium"/>
              <a:buNone/>
              <a:defRPr sz="1600">
                <a:latin typeface="STIX Two Text Medium"/>
                <a:ea typeface="STIX Two Text Medium"/>
                <a:cs typeface="STIX Two Text Medium"/>
                <a:sym typeface="STIX Two Tex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Font typeface="STIX Two Text Medium"/>
              <a:buNone/>
              <a:defRPr sz="1600">
                <a:latin typeface="STIX Two Text Medium"/>
                <a:ea typeface="STIX Two Text Medium"/>
                <a:cs typeface="STIX Two Text Medium"/>
                <a:sym typeface="STIX Two Tex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Font typeface="STIX Two Text Medium"/>
              <a:buNone/>
              <a:defRPr sz="1600">
                <a:latin typeface="STIX Two Text Medium"/>
                <a:ea typeface="STIX Two Text Medium"/>
                <a:cs typeface="STIX Two Text Medium"/>
                <a:sym typeface="STIX Two Text Medium"/>
              </a:defRPr>
            </a:lvl9pPr>
          </a:lstStyle>
          <a:p>
            <a:endParaRPr/>
          </a:p>
        </p:txBody>
      </p:sp>
      <p:sp>
        <p:nvSpPr>
          <p:cNvPr id="300" name="Google Shape;300;p23"/>
          <p:cNvSpPr txBox="1">
            <a:spLocks noGrp="1"/>
          </p:cNvSpPr>
          <p:nvPr>
            <p:ph type="subTitle" idx="13"/>
          </p:nvPr>
        </p:nvSpPr>
        <p:spPr>
          <a:xfrm>
            <a:off x="7038825" y="2663188"/>
            <a:ext cx="1644600" cy="470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600"/>
              <a:buFont typeface="STIX Two Text Medium"/>
              <a:buNone/>
              <a:defRPr sz="1600">
                <a:latin typeface="STIX Two Text Medium"/>
                <a:ea typeface="STIX Two Text Medium"/>
                <a:cs typeface="STIX Two Text Medium"/>
                <a:sym typeface="STIX Two Tex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Font typeface="STIX Two Text Medium"/>
              <a:buNone/>
              <a:defRPr sz="1600">
                <a:latin typeface="STIX Two Text Medium"/>
                <a:ea typeface="STIX Two Text Medium"/>
                <a:cs typeface="STIX Two Text Medium"/>
                <a:sym typeface="STIX Two Tex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Font typeface="STIX Two Text Medium"/>
              <a:buNone/>
              <a:defRPr sz="1600">
                <a:latin typeface="STIX Two Text Medium"/>
                <a:ea typeface="STIX Two Text Medium"/>
                <a:cs typeface="STIX Two Text Medium"/>
                <a:sym typeface="STIX Two Tex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Font typeface="STIX Two Text Medium"/>
              <a:buNone/>
              <a:defRPr sz="1600">
                <a:latin typeface="STIX Two Text Medium"/>
                <a:ea typeface="STIX Two Text Medium"/>
                <a:cs typeface="STIX Two Text Medium"/>
                <a:sym typeface="STIX Two Tex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Font typeface="STIX Two Text Medium"/>
              <a:buNone/>
              <a:defRPr sz="1600">
                <a:latin typeface="STIX Two Text Medium"/>
                <a:ea typeface="STIX Two Text Medium"/>
                <a:cs typeface="STIX Two Text Medium"/>
                <a:sym typeface="STIX Two Tex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Font typeface="STIX Two Text Medium"/>
              <a:buNone/>
              <a:defRPr sz="1600">
                <a:latin typeface="STIX Two Text Medium"/>
                <a:ea typeface="STIX Two Text Medium"/>
                <a:cs typeface="STIX Two Text Medium"/>
                <a:sym typeface="STIX Two Tex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Font typeface="STIX Two Text Medium"/>
              <a:buNone/>
              <a:defRPr sz="1600">
                <a:latin typeface="STIX Two Text Medium"/>
                <a:ea typeface="STIX Two Text Medium"/>
                <a:cs typeface="STIX Two Text Medium"/>
                <a:sym typeface="STIX Two Tex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Font typeface="STIX Two Text Medium"/>
              <a:buNone/>
              <a:defRPr sz="1600">
                <a:latin typeface="STIX Two Text Medium"/>
                <a:ea typeface="STIX Two Text Medium"/>
                <a:cs typeface="STIX Two Text Medium"/>
                <a:sym typeface="STIX Two Tex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Font typeface="STIX Two Text Medium"/>
              <a:buNone/>
              <a:defRPr sz="1600">
                <a:latin typeface="STIX Two Text Medium"/>
                <a:ea typeface="STIX Two Text Medium"/>
                <a:cs typeface="STIX Two Text Medium"/>
                <a:sym typeface="STIX Two Text Medium"/>
              </a:defRPr>
            </a:lvl9pPr>
          </a:lstStyle>
          <a:p>
            <a:endParaRPr/>
          </a:p>
        </p:txBody>
      </p:sp>
      <p:sp>
        <p:nvSpPr>
          <p:cNvPr id="301" name="Google Shape;301;p23"/>
          <p:cNvSpPr txBox="1">
            <a:spLocks noGrp="1"/>
          </p:cNvSpPr>
          <p:nvPr>
            <p:ph type="subTitle" idx="14"/>
          </p:nvPr>
        </p:nvSpPr>
        <p:spPr>
          <a:xfrm>
            <a:off x="457225" y="2663188"/>
            <a:ext cx="1644600" cy="470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600"/>
              <a:buFont typeface="STIX Two Text Medium"/>
              <a:buNone/>
              <a:defRPr sz="1600">
                <a:latin typeface="STIX Two Text Medium"/>
                <a:ea typeface="STIX Two Text Medium"/>
                <a:cs typeface="STIX Two Text Medium"/>
                <a:sym typeface="STIX Two Tex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Font typeface="STIX Two Text Medium"/>
              <a:buNone/>
              <a:defRPr sz="1600">
                <a:latin typeface="STIX Two Text Medium"/>
                <a:ea typeface="STIX Two Text Medium"/>
                <a:cs typeface="STIX Two Text Medium"/>
                <a:sym typeface="STIX Two Tex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Font typeface="STIX Two Text Medium"/>
              <a:buNone/>
              <a:defRPr sz="1600">
                <a:latin typeface="STIX Two Text Medium"/>
                <a:ea typeface="STIX Two Text Medium"/>
                <a:cs typeface="STIX Two Text Medium"/>
                <a:sym typeface="STIX Two Tex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Font typeface="STIX Two Text Medium"/>
              <a:buNone/>
              <a:defRPr sz="1600">
                <a:latin typeface="STIX Two Text Medium"/>
                <a:ea typeface="STIX Two Text Medium"/>
                <a:cs typeface="STIX Two Text Medium"/>
                <a:sym typeface="STIX Two Tex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Font typeface="STIX Two Text Medium"/>
              <a:buNone/>
              <a:defRPr sz="1600">
                <a:latin typeface="STIX Two Text Medium"/>
                <a:ea typeface="STIX Two Text Medium"/>
                <a:cs typeface="STIX Two Text Medium"/>
                <a:sym typeface="STIX Two Tex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Font typeface="STIX Two Text Medium"/>
              <a:buNone/>
              <a:defRPr sz="1600">
                <a:latin typeface="STIX Two Text Medium"/>
                <a:ea typeface="STIX Two Text Medium"/>
                <a:cs typeface="STIX Two Text Medium"/>
                <a:sym typeface="STIX Two Tex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Font typeface="STIX Two Text Medium"/>
              <a:buNone/>
              <a:defRPr sz="1600">
                <a:latin typeface="STIX Two Text Medium"/>
                <a:ea typeface="STIX Two Text Medium"/>
                <a:cs typeface="STIX Two Text Medium"/>
                <a:sym typeface="STIX Two Tex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Font typeface="STIX Two Text Medium"/>
              <a:buNone/>
              <a:defRPr sz="1600">
                <a:latin typeface="STIX Two Text Medium"/>
                <a:ea typeface="STIX Two Text Medium"/>
                <a:cs typeface="STIX Two Text Medium"/>
                <a:sym typeface="STIX Two Tex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Font typeface="STIX Two Text Medium"/>
              <a:buNone/>
              <a:defRPr sz="1600">
                <a:latin typeface="STIX Two Text Medium"/>
                <a:ea typeface="STIX Two Text Medium"/>
                <a:cs typeface="STIX Two Text Medium"/>
                <a:sym typeface="STIX Two Text Medium"/>
              </a:defRPr>
            </a:lvl9pPr>
          </a:lstStyle>
          <a:p>
            <a:endParaRPr/>
          </a:p>
        </p:txBody>
      </p:sp>
      <p:sp>
        <p:nvSpPr>
          <p:cNvPr id="302" name="Google Shape;302;p23"/>
          <p:cNvSpPr txBox="1">
            <a:spLocks noGrp="1"/>
          </p:cNvSpPr>
          <p:nvPr>
            <p:ph type="body" idx="15"/>
          </p:nvPr>
        </p:nvSpPr>
        <p:spPr>
          <a:xfrm>
            <a:off x="5278050" y="3609025"/>
            <a:ext cx="1880400" cy="65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914400" lvl="1" indent="-3048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lumn text and image with footer">
  <p:cSld name="CUSTOM_1_1_1_1_1">
    <p:spTree>
      <p:nvGrpSpPr>
        <p:cNvPr id="1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4" name="Google Shape;304;p24"/>
          <p:cNvGrpSpPr/>
          <p:nvPr/>
        </p:nvGrpSpPr>
        <p:grpSpPr>
          <a:xfrm>
            <a:off x="0" y="455100"/>
            <a:ext cx="9144000" cy="4519401"/>
            <a:chOff x="0" y="455100"/>
            <a:chExt cx="9144000" cy="4519401"/>
          </a:xfrm>
        </p:grpSpPr>
        <p:sp>
          <p:nvSpPr>
            <p:cNvPr id="305" name="Google Shape;305;p24"/>
            <p:cNvSpPr/>
            <p:nvPr/>
          </p:nvSpPr>
          <p:spPr>
            <a:xfrm flipH="1">
              <a:off x="4560600" y="455100"/>
              <a:ext cx="4583400" cy="4231200"/>
            </a:xfrm>
            <a:prstGeom prst="round1Rect">
              <a:avLst>
                <a:gd name="adj" fmla="val 7773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" name="Google Shape;306;p24"/>
            <p:cNvSpPr/>
            <p:nvPr/>
          </p:nvSpPr>
          <p:spPr>
            <a:xfrm>
              <a:off x="0" y="455100"/>
              <a:ext cx="4583400" cy="4231200"/>
            </a:xfrm>
            <a:prstGeom prst="round1Rect">
              <a:avLst>
                <a:gd name="adj" fmla="val 7773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7" name="Google Shape;307;p24"/>
            <p:cNvSpPr/>
            <p:nvPr/>
          </p:nvSpPr>
          <p:spPr>
            <a:xfrm>
              <a:off x="4212650" y="4256001"/>
              <a:ext cx="718800" cy="7185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08" name="Google Shape;308;p24"/>
          <p:cNvSpPr txBox="1"/>
          <p:nvPr/>
        </p:nvSpPr>
        <p:spPr>
          <a:xfrm>
            <a:off x="4212575" y="4533153"/>
            <a:ext cx="718800" cy="42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chemeClr val="accent1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rPr>
              <a:t>‹#›</a:t>
            </a:fld>
            <a:endParaRPr>
              <a:solidFill>
                <a:schemeClr val="accent1"/>
              </a:solidFill>
              <a:latin typeface="STIX Two Text Medium"/>
              <a:ea typeface="STIX Two Text Medium"/>
              <a:cs typeface="STIX Two Text Medium"/>
              <a:sym typeface="STIX Two Text Medium"/>
            </a:endParaRPr>
          </a:p>
        </p:txBody>
      </p:sp>
      <p:sp>
        <p:nvSpPr>
          <p:cNvPr id="309" name="Google Shape;309;p24"/>
          <p:cNvSpPr txBox="1">
            <a:spLocks noGrp="1"/>
          </p:cNvSpPr>
          <p:nvPr>
            <p:ph type="subTitle" idx="1"/>
          </p:nvPr>
        </p:nvSpPr>
        <p:spPr>
          <a:xfrm>
            <a:off x="366100" y="4773588"/>
            <a:ext cx="3539400" cy="282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9pPr>
          </a:lstStyle>
          <a:p>
            <a:endParaRPr/>
          </a:p>
        </p:txBody>
      </p:sp>
      <p:sp>
        <p:nvSpPr>
          <p:cNvPr id="310" name="Google Shape;310;p24"/>
          <p:cNvSpPr txBox="1">
            <a:spLocks noGrp="1"/>
          </p:cNvSpPr>
          <p:nvPr>
            <p:ph type="subTitle" idx="2"/>
          </p:nvPr>
        </p:nvSpPr>
        <p:spPr>
          <a:xfrm>
            <a:off x="5251900" y="4773588"/>
            <a:ext cx="3539400" cy="282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9pPr>
          </a:lstStyle>
          <a:p>
            <a:endParaRPr/>
          </a:p>
        </p:txBody>
      </p:sp>
      <p:sp>
        <p:nvSpPr>
          <p:cNvPr id="311" name="Google Shape;311;p24"/>
          <p:cNvSpPr txBox="1">
            <a:spLocks noGrp="1"/>
          </p:cNvSpPr>
          <p:nvPr>
            <p:ph type="title"/>
          </p:nvPr>
        </p:nvSpPr>
        <p:spPr>
          <a:xfrm>
            <a:off x="366100" y="2164325"/>
            <a:ext cx="3846600" cy="57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312" name="Google Shape;312;p24"/>
          <p:cNvSpPr txBox="1">
            <a:spLocks noGrp="1"/>
          </p:cNvSpPr>
          <p:nvPr>
            <p:ph type="subTitle" idx="3"/>
          </p:nvPr>
        </p:nvSpPr>
        <p:spPr>
          <a:xfrm>
            <a:off x="366100" y="3096750"/>
            <a:ext cx="3846600" cy="28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313" name="Google Shape;313;p24"/>
          <p:cNvSpPr txBox="1">
            <a:spLocks noGrp="1"/>
          </p:cNvSpPr>
          <p:nvPr>
            <p:ph type="body" idx="4"/>
          </p:nvPr>
        </p:nvSpPr>
        <p:spPr>
          <a:xfrm>
            <a:off x="366100" y="3379350"/>
            <a:ext cx="3846600" cy="96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314" name="Google Shape;314;p24"/>
          <p:cNvSpPr>
            <a:spLocks noGrp="1"/>
          </p:cNvSpPr>
          <p:nvPr>
            <p:ph type="pic" idx="5"/>
          </p:nvPr>
        </p:nvSpPr>
        <p:spPr>
          <a:xfrm>
            <a:off x="4928588" y="679925"/>
            <a:ext cx="3755400" cy="1484400"/>
          </a:xfrm>
          <a:prstGeom prst="rect">
            <a:avLst/>
          </a:prstGeom>
          <a:noFill/>
          <a:ln>
            <a:noFill/>
          </a:ln>
        </p:spPr>
      </p:sp>
      <p:sp>
        <p:nvSpPr>
          <p:cNvPr id="315" name="Google Shape;315;p24"/>
          <p:cNvSpPr>
            <a:spLocks noGrp="1"/>
          </p:cNvSpPr>
          <p:nvPr>
            <p:ph type="pic" idx="6"/>
          </p:nvPr>
        </p:nvSpPr>
        <p:spPr>
          <a:xfrm>
            <a:off x="457200" y="679925"/>
            <a:ext cx="3755400" cy="1484400"/>
          </a:xfrm>
          <a:prstGeom prst="rect">
            <a:avLst/>
          </a:prstGeom>
          <a:noFill/>
          <a:ln>
            <a:noFill/>
          </a:ln>
        </p:spPr>
      </p:sp>
      <p:sp>
        <p:nvSpPr>
          <p:cNvPr id="316" name="Google Shape;316;p24"/>
          <p:cNvSpPr txBox="1">
            <a:spLocks noGrp="1"/>
          </p:cNvSpPr>
          <p:nvPr>
            <p:ph type="title" idx="7"/>
          </p:nvPr>
        </p:nvSpPr>
        <p:spPr>
          <a:xfrm>
            <a:off x="4837500" y="2164325"/>
            <a:ext cx="3846600" cy="57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317" name="Google Shape;317;p24"/>
          <p:cNvSpPr txBox="1">
            <a:spLocks noGrp="1"/>
          </p:cNvSpPr>
          <p:nvPr>
            <p:ph type="subTitle" idx="8"/>
          </p:nvPr>
        </p:nvSpPr>
        <p:spPr>
          <a:xfrm>
            <a:off x="4837500" y="3096750"/>
            <a:ext cx="3846600" cy="28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318" name="Google Shape;318;p24"/>
          <p:cNvSpPr txBox="1">
            <a:spLocks noGrp="1"/>
          </p:cNvSpPr>
          <p:nvPr>
            <p:ph type="body" idx="9"/>
          </p:nvPr>
        </p:nvSpPr>
        <p:spPr>
          <a:xfrm>
            <a:off x="4837500" y="3379350"/>
            <a:ext cx="3846600" cy="96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288">
          <p15:clr>
            <a:srgbClr val="E46962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storyboards with footer">
  <p:cSld name="CUSTOM_1_1_1_1_1_1">
    <p:spTree>
      <p:nvGrpSpPr>
        <p:cNvPr id="1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0" name="Google Shape;320;p25"/>
          <p:cNvGrpSpPr/>
          <p:nvPr/>
        </p:nvGrpSpPr>
        <p:grpSpPr>
          <a:xfrm>
            <a:off x="0" y="455100"/>
            <a:ext cx="9144000" cy="4519401"/>
            <a:chOff x="0" y="455100"/>
            <a:chExt cx="9144000" cy="4519401"/>
          </a:xfrm>
        </p:grpSpPr>
        <p:sp>
          <p:nvSpPr>
            <p:cNvPr id="321" name="Google Shape;321;p25"/>
            <p:cNvSpPr/>
            <p:nvPr/>
          </p:nvSpPr>
          <p:spPr>
            <a:xfrm flipH="1">
              <a:off x="4560600" y="455100"/>
              <a:ext cx="4583400" cy="4231200"/>
            </a:xfrm>
            <a:prstGeom prst="round1Rect">
              <a:avLst>
                <a:gd name="adj" fmla="val 7773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2" name="Google Shape;322;p25"/>
            <p:cNvSpPr/>
            <p:nvPr/>
          </p:nvSpPr>
          <p:spPr>
            <a:xfrm>
              <a:off x="0" y="455100"/>
              <a:ext cx="4583400" cy="4231200"/>
            </a:xfrm>
            <a:prstGeom prst="round1Rect">
              <a:avLst>
                <a:gd name="adj" fmla="val 7773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" name="Google Shape;323;p25"/>
            <p:cNvSpPr/>
            <p:nvPr/>
          </p:nvSpPr>
          <p:spPr>
            <a:xfrm>
              <a:off x="4212650" y="4256001"/>
              <a:ext cx="718800" cy="7185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24" name="Google Shape;324;p25"/>
          <p:cNvSpPr txBox="1"/>
          <p:nvPr/>
        </p:nvSpPr>
        <p:spPr>
          <a:xfrm>
            <a:off x="4212575" y="4533153"/>
            <a:ext cx="718800" cy="42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chemeClr val="accent1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rPr>
              <a:t>‹#›</a:t>
            </a:fld>
            <a:endParaRPr>
              <a:solidFill>
                <a:schemeClr val="accent1"/>
              </a:solidFill>
              <a:latin typeface="STIX Two Text Medium"/>
              <a:ea typeface="STIX Two Text Medium"/>
              <a:cs typeface="STIX Two Text Medium"/>
              <a:sym typeface="STIX Two Text Medium"/>
            </a:endParaRPr>
          </a:p>
        </p:txBody>
      </p:sp>
      <p:sp>
        <p:nvSpPr>
          <p:cNvPr id="325" name="Google Shape;325;p25"/>
          <p:cNvSpPr txBox="1">
            <a:spLocks noGrp="1"/>
          </p:cNvSpPr>
          <p:nvPr>
            <p:ph type="subTitle" idx="1"/>
          </p:nvPr>
        </p:nvSpPr>
        <p:spPr>
          <a:xfrm>
            <a:off x="366100" y="4773588"/>
            <a:ext cx="3539400" cy="282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9pPr>
          </a:lstStyle>
          <a:p>
            <a:endParaRPr/>
          </a:p>
        </p:txBody>
      </p:sp>
      <p:sp>
        <p:nvSpPr>
          <p:cNvPr id="326" name="Google Shape;326;p25"/>
          <p:cNvSpPr txBox="1">
            <a:spLocks noGrp="1"/>
          </p:cNvSpPr>
          <p:nvPr>
            <p:ph type="subTitle" idx="2"/>
          </p:nvPr>
        </p:nvSpPr>
        <p:spPr>
          <a:xfrm>
            <a:off x="5251900" y="4773588"/>
            <a:ext cx="3539400" cy="282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9pPr>
          </a:lstStyle>
          <a:p>
            <a:endParaRPr/>
          </a:p>
        </p:txBody>
      </p:sp>
      <p:sp>
        <p:nvSpPr>
          <p:cNvPr id="327" name="Google Shape;327;p25"/>
          <p:cNvSpPr>
            <a:spLocks noGrp="1"/>
          </p:cNvSpPr>
          <p:nvPr>
            <p:ph type="pic" idx="3"/>
          </p:nvPr>
        </p:nvSpPr>
        <p:spPr>
          <a:xfrm>
            <a:off x="4928588" y="1477413"/>
            <a:ext cx="3755400" cy="1484400"/>
          </a:xfrm>
          <a:prstGeom prst="rect">
            <a:avLst/>
          </a:prstGeom>
          <a:noFill/>
          <a:ln>
            <a:noFill/>
          </a:ln>
        </p:spPr>
      </p:sp>
      <p:sp>
        <p:nvSpPr>
          <p:cNvPr id="328" name="Google Shape;328;p25"/>
          <p:cNvSpPr>
            <a:spLocks noGrp="1"/>
          </p:cNvSpPr>
          <p:nvPr>
            <p:ph type="pic" idx="4"/>
          </p:nvPr>
        </p:nvSpPr>
        <p:spPr>
          <a:xfrm>
            <a:off x="457200" y="1495438"/>
            <a:ext cx="3755400" cy="1484400"/>
          </a:xfrm>
          <a:prstGeom prst="rect">
            <a:avLst/>
          </a:prstGeom>
          <a:noFill/>
          <a:ln>
            <a:noFill/>
          </a:ln>
        </p:spPr>
      </p:sp>
      <p:sp>
        <p:nvSpPr>
          <p:cNvPr id="329" name="Google Shape;329;p25"/>
          <p:cNvSpPr txBox="1">
            <a:spLocks noGrp="1"/>
          </p:cNvSpPr>
          <p:nvPr>
            <p:ph type="title"/>
          </p:nvPr>
        </p:nvSpPr>
        <p:spPr>
          <a:xfrm>
            <a:off x="366100" y="652125"/>
            <a:ext cx="3846600" cy="57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330" name="Google Shape;330;p25"/>
          <p:cNvSpPr txBox="1">
            <a:spLocks noGrp="1"/>
          </p:cNvSpPr>
          <p:nvPr>
            <p:ph type="subTitle" idx="5"/>
          </p:nvPr>
        </p:nvSpPr>
        <p:spPr>
          <a:xfrm>
            <a:off x="366100" y="2979850"/>
            <a:ext cx="3846600" cy="28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1" name="Google Shape;331;p25"/>
          <p:cNvSpPr txBox="1">
            <a:spLocks noGrp="1"/>
          </p:cNvSpPr>
          <p:nvPr>
            <p:ph type="body" idx="6"/>
          </p:nvPr>
        </p:nvSpPr>
        <p:spPr>
          <a:xfrm>
            <a:off x="366100" y="3379350"/>
            <a:ext cx="3846600" cy="96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332" name="Google Shape;332;p25"/>
          <p:cNvSpPr txBox="1">
            <a:spLocks noGrp="1"/>
          </p:cNvSpPr>
          <p:nvPr>
            <p:ph type="subTitle" idx="7"/>
          </p:nvPr>
        </p:nvSpPr>
        <p:spPr>
          <a:xfrm>
            <a:off x="4837500" y="2979850"/>
            <a:ext cx="3846600" cy="28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3" name="Google Shape;333;p25"/>
          <p:cNvSpPr txBox="1">
            <a:spLocks noGrp="1"/>
          </p:cNvSpPr>
          <p:nvPr>
            <p:ph type="body" idx="8"/>
          </p:nvPr>
        </p:nvSpPr>
        <p:spPr>
          <a:xfrm>
            <a:off x="4837500" y="3379350"/>
            <a:ext cx="3846600" cy="96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288">
          <p15:clr>
            <a:srgbClr val="E46962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storyboards">
  <p:cSld name="CUSTOM_1_1_1_1_1_1_3">
    <p:spTree>
      <p:nvGrpSpPr>
        <p:cNvPr id="1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5" name="Google Shape;335;p26"/>
          <p:cNvGrpSpPr/>
          <p:nvPr/>
        </p:nvGrpSpPr>
        <p:grpSpPr>
          <a:xfrm>
            <a:off x="0" y="455100"/>
            <a:ext cx="9144000" cy="4519401"/>
            <a:chOff x="0" y="455100"/>
            <a:chExt cx="9144000" cy="4519401"/>
          </a:xfrm>
        </p:grpSpPr>
        <p:sp>
          <p:nvSpPr>
            <p:cNvPr id="336" name="Google Shape;336;p26"/>
            <p:cNvSpPr/>
            <p:nvPr/>
          </p:nvSpPr>
          <p:spPr>
            <a:xfrm flipH="1">
              <a:off x="4560600" y="455100"/>
              <a:ext cx="4583400" cy="4231200"/>
            </a:xfrm>
            <a:prstGeom prst="round1Rect">
              <a:avLst>
                <a:gd name="adj" fmla="val 7773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7" name="Google Shape;337;p26"/>
            <p:cNvSpPr/>
            <p:nvPr/>
          </p:nvSpPr>
          <p:spPr>
            <a:xfrm>
              <a:off x="0" y="455100"/>
              <a:ext cx="4583400" cy="4231200"/>
            </a:xfrm>
            <a:prstGeom prst="round1Rect">
              <a:avLst>
                <a:gd name="adj" fmla="val 7773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8" name="Google Shape;338;p26"/>
            <p:cNvSpPr/>
            <p:nvPr/>
          </p:nvSpPr>
          <p:spPr>
            <a:xfrm>
              <a:off x="4212650" y="4256001"/>
              <a:ext cx="718800" cy="7185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39" name="Google Shape;339;p26"/>
          <p:cNvSpPr txBox="1"/>
          <p:nvPr/>
        </p:nvSpPr>
        <p:spPr>
          <a:xfrm>
            <a:off x="4212575" y="4533153"/>
            <a:ext cx="718800" cy="42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chemeClr val="accent1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rPr>
              <a:t>‹#›</a:t>
            </a:fld>
            <a:endParaRPr>
              <a:solidFill>
                <a:schemeClr val="accent1"/>
              </a:solidFill>
              <a:latin typeface="STIX Two Text Medium"/>
              <a:ea typeface="STIX Two Text Medium"/>
              <a:cs typeface="STIX Two Text Medium"/>
              <a:sym typeface="STIX Two Text Medium"/>
            </a:endParaRPr>
          </a:p>
        </p:txBody>
      </p:sp>
      <p:sp>
        <p:nvSpPr>
          <p:cNvPr id="340" name="Google Shape;340;p26"/>
          <p:cNvSpPr>
            <a:spLocks noGrp="1"/>
          </p:cNvSpPr>
          <p:nvPr>
            <p:ph type="pic" idx="2"/>
          </p:nvPr>
        </p:nvSpPr>
        <p:spPr>
          <a:xfrm>
            <a:off x="4928588" y="1477413"/>
            <a:ext cx="3755400" cy="1484400"/>
          </a:xfrm>
          <a:prstGeom prst="rect">
            <a:avLst/>
          </a:prstGeom>
          <a:noFill/>
          <a:ln>
            <a:noFill/>
          </a:ln>
        </p:spPr>
      </p:sp>
      <p:sp>
        <p:nvSpPr>
          <p:cNvPr id="341" name="Google Shape;341;p26"/>
          <p:cNvSpPr>
            <a:spLocks noGrp="1"/>
          </p:cNvSpPr>
          <p:nvPr>
            <p:ph type="pic" idx="3"/>
          </p:nvPr>
        </p:nvSpPr>
        <p:spPr>
          <a:xfrm>
            <a:off x="457200" y="1495438"/>
            <a:ext cx="3755400" cy="1484400"/>
          </a:xfrm>
          <a:prstGeom prst="rect">
            <a:avLst/>
          </a:prstGeom>
          <a:noFill/>
          <a:ln>
            <a:noFill/>
          </a:ln>
        </p:spPr>
      </p:sp>
      <p:sp>
        <p:nvSpPr>
          <p:cNvPr id="342" name="Google Shape;342;p26"/>
          <p:cNvSpPr txBox="1">
            <a:spLocks noGrp="1"/>
          </p:cNvSpPr>
          <p:nvPr>
            <p:ph type="title"/>
          </p:nvPr>
        </p:nvSpPr>
        <p:spPr>
          <a:xfrm>
            <a:off x="366100" y="652125"/>
            <a:ext cx="3846600" cy="57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343" name="Google Shape;343;p26"/>
          <p:cNvSpPr txBox="1">
            <a:spLocks noGrp="1"/>
          </p:cNvSpPr>
          <p:nvPr>
            <p:ph type="subTitle" idx="1"/>
          </p:nvPr>
        </p:nvSpPr>
        <p:spPr>
          <a:xfrm>
            <a:off x="366100" y="3096750"/>
            <a:ext cx="3846600" cy="28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344" name="Google Shape;344;p26"/>
          <p:cNvSpPr txBox="1">
            <a:spLocks noGrp="1"/>
          </p:cNvSpPr>
          <p:nvPr>
            <p:ph type="subTitle" idx="4"/>
          </p:nvPr>
        </p:nvSpPr>
        <p:spPr>
          <a:xfrm>
            <a:off x="4837500" y="3096750"/>
            <a:ext cx="3846600" cy="28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345" name="Google Shape;345;p26"/>
          <p:cNvSpPr txBox="1">
            <a:spLocks noGrp="1"/>
          </p:cNvSpPr>
          <p:nvPr>
            <p:ph type="body" idx="5"/>
          </p:nvPr>
        </p:nvSpPr>
        <p:spPr>
          <a:xfrm>
            <a:off x="366100" y="3379350"/>
            <a:ext cx="3846600" cy="96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346" name="Google Shape;346;p26"/>
          <p:cNvSpPr txBox="1">
            <a:spLocks noGrp="1"/>
          </p:cNvSpPr>
          <p:nvPr>
            <p:ph type="body" idx="6"/>
          </p:nvPr>
        </p:nvSpPr>
        <p:spPr>
          <a:xfrm>
            <a:off x="4837500" y="3379350"/>
            <a:ext cx="3846600" cy="96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288">
          <p15:clr>
            <a:srgbClr val="E46962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ree storyboards">
  <p:cSld name="CUSTOM_1_1_1_1_1_1_2">
    <p:spTree>
      <p:nvGrpSpPr>
        <p:cNvPr id="1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8" name="Google Shape;348;p27"/>
          <p:cNvGrpSpPr/>
          <p:nvPr/>
        </p:nvGrpSpPr>
        <p:grpSpPr>
          <a:xfrm>
            <a:off x="0" y="455100"/>
            <a:ext cx="9144000" cy="4519401"/>
            <a:chOff x="0" y="455100"/>
            <a:chExt cx="9144000" cy="4519401"/>
          </a:xfrm>
        </p:grpSpPr>
        <p:sp>
          <p:nvSpPr>
            <p:cNvPr id="349" name="Google Shape;349;p27"/>
            <p:cNvSpPr/>
            <p:nvPr/>
          </p:nvSpPr>
          <p:spPr>
            <a:xfrm flipH="1">
              <a:off x="4560600" y="455100"/>
              <a:ext cx="4583400" cy="4231200"/>
            </a:xfrm>
            <a:prstGeom prst="round1Rect">
              <a:avLst>
                <a:gd name="adj" fmla="val 7773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0" name="Google Shape;350;p27"/>
            <p:cNvSpPr/>
            <p:nvPr/>
          </p:nvSpPr>
          <p:spPr>
            <a:xfrm>
              <a:off x="0" y="455100"/>
              <a:ext cx="4583400" cy="4231200"/>
            </a:xfrm>
            <a:prstGeom prst="round1Rect">
              <a:avLst>
                <a:gd name="adj" fmla="val 7773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1" name="Google Shape;351;p27"/>
            <p:cNvSpPr/>
            <p:nvPr/>
          </p:nvSpPr>
          <p:spPr>
            <a:xfrm>
              <a:off x="4212650" y="4256001"/>
              <a:ext cx="718800" cy="7185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52" name="Google Shape;352;p27"/>
          <p:cNvSpPr txBox="1"/>
          <p:nvPr/>
        </p:nvSpPr>
        <p:spPr>
          <a:xfrm>
            <a:off x="4212575" y="4533153"/>
            <a:ext cx="718800" cy="42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chemeClr val="accent1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rPr>
              <a:t>‹#›</a:t>
            </a:fld>
            <a:endParaRPr>
              <a:solidFill>
                <a:schemeClr val="accent1"/>
              </a:solidFill>
              <a:latin typeface="STIX Two Text Medium"/>
              <a:ea typeface="STIX Two Text Medium"/>
              <a:cs typeface="STIX Two Text Medium"/>
              <a:sym typeface="STIX Two Text Medium"/>
            </a:endParaRPr>
          </a:p>
        </p:txBody>
      </p:sp>
      <p:sp>
        <p:nvSpPr>
          <p:cNvPr id="353" name="Google Shape;353;p27"/>
          <p:cNvSpPr>
            <a:spLocks noGrp="1"/>
          </p:cNvSpPr>
          <p:nvPr>
            <p:ph type="pic" idx="2"/>
          </p:nvPr>
        </p:nvSpPr>
        <p:spPr>
          <a:xfrm>
            <a:off x="457200" y="1495450"/>
            <a:ext cx="2556300" cy="1484400"/>
          </a:xfrm>
          <a:prstGeom prst="rect">
            <a:avLst/>
          </a:prstGeom>
          <a:noFill/>
          <a:ln>
            <a:noFill/>
          </a:ln>
        </p:spPr>
      </p:sp>
      <p:sp>
        <p:nvSpPr>
          <p:cNvPr id="354" name="Google Shape;354;p27"/>
          <p:cNvSpPr txBox="1">
            <a:spLocks noGrp="1"/>
          </p:cNvSpPr>
          <p:nvPr>
            <p:ph type="title"/>
          </p:nvPr>
        </p:nvSpPr>
        <p:spPr>
          <a:xfrm>
            <a:off x="366100" y="652125"/>
            <a:ext cx="3846600" cy="57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355" name="Google Shape;355;p27"/>
          <p:cNvSpPr txBox="1">
            <a:spLocks noGrp="1"/>
          </p:cNvSpPr>
          <p:nvPr>
            <p:ph type="subTitle" idx="1"/>
          </p:nvPr>
        </p:nvSpPr>
        <p:spPr>
          <a:xfrm>
            <a:off x="366100" y="3096753"/>
            <a:ext cx="2647500" cy="28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356" name="Google Shape;356;p27"/>
          <p:cNvSpPr txBox="1">
            <a:spLocks noGrp="1"/>
          </p:cNvSpPr>
          <p:nvPr>
            <p:ph type="body" idx="3"/>
          </p:nvPr>
        </p:nvSpPr>
        <p:spPr>
          <a:xfrm>
            <a:off x="366100" y="3379351"/>
            <a:ext cx="2647500" cy="96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357" name="Google Shape;357;p27"/>
          <p:cNvSpPr>
            <a:spLocks noGrp="1"/>
          </p:cNvSpPr>
          <p:nvPr>
            <p:ph type="pic" idx="4"/>
          </p:nvPr>
        </p:nvSpPr>
        <p:spPr>
          <a:xfrm>
            <a:off x="3339350" y="1495450"/>
            <a:ext cx="2556300" cy="1484400"/>
          </a:xfrm>
          <a:prstGeom prst="rect">
            <a:avLst/>
          </a:prstGeom>
          <a:noFill/>
          <a:ln>
            <a:noFill/>
          </a:ln>
        </p:spPr>
      </p:sp>
      <p:sp>
        <p:nvSpPr>
          <p:cNvPr id="358" name="Google Shape;358;p27"/>
          <p:cNvSpPr txBox="1">
            <a:spLocks noGrp="1"/>
          </p:cNvSpPr>
          <p:nvPr>
            <p:ph type="subTitle" idx="5"/>
          </p:nvPr>
        </p:nvSpPr>
        <p:spPr>
          <a:xfrm>
            <a:off x="3248250" y="3096753"/>
            <a:ext cx="2647500" cy="28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359" name="Google Shape;359;p27"/>
          <p:cNvSpPr txBox="1">
            <a:spLocks noGrp="1"/>
          </p:cNvSpPr>
          <p:nvPr>
            <p:ph type="body" idx="6"/>
          </p:nvPr>
        </p:nvSpPr>
        <p:spPr>
          <a:xfrm>
            <a:off x="3248250" y="3379351"/>
            <a:ext cx="2647500" cy="96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360" name="Google Shape;360;p27"/>
          <p:cNvSpPr>
            <a:spLocks noGrp="1"/>
          </p:cNvSpPr>
          <p:nvPr>
            <p:ph type="pic" idx="7"/>
          </p:nvPr>
        </p:nvSpPr>
        <p:spPr>
          <a:xfrm>
            <a:off x="6221500" y="1495450"/>
            <a:ext cx="2556300" cy="1484400"/>
          </a:xfrm>
          <a:prstGeom prst="rect">
            <a:avLst/>
          </a:prstGeom>
          <a:noFill/>
          <a:ln>
            <a:noFill/>
          </a:ln>
        </p:spPr>
      </p:sp>
      <p:sp>
        <p:nvSpPr>
          <p:cNvPr id="361" name="Google Shape;361;p27"/>
          <p:cNvSpPr txBox="1">
            <a:spLocks noGrp="1"/>
          </p:cNvSpPr>
          <p:nvPr>
            <p:ph type="subTitle" idx="8"/>
          </p:nvPr>
        </p:nvSpPr>
        <p:spPr>
          <a:xfrm>
            <a:off x="6130400" y="3096753"/>
            <a:ext cx="2647500" cy="28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362" name="Google Shape;362;p27"/>
          <p:cNvSpPr txBox="1">
            <a:spLocks noGrp="1"/>
          </p:cNvSpPr>
          <p:nvPr>
            <p:ph type="body" idx="9"/>
          </p:nvPr>
        </p:nvSpPr>
        <p:spPr>
          <a:xfrm>
            <a:off x="6130400" y="3379351"/>
            <a:ext cx="2647500" cy="96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288">
          <p15:clr>
            <a:srgbClr val="E46962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>
  <p:cSld name="CUSTOM_1_1_1_1_1_1_1">
    <p:spTree>
      <p:nvGrpSpPr>
        <p:cNvPr id="1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4" name="Google Shape;364;p28"/>
          <p:cNvGrpSpPr/>
          <p:nvPr/>
        </p:nvGrpSpPr>
        <p:grpSpPr>
          <a:xfrm>
            <a:off x="0" y="455100"/>
            <a:ext cx="9144000" cy="4519401"/>
            <a:chOff x="0" y="455100"/>
            <a:chExt cx="9144000" cy="4519401"/>
          </a:xfrm>
        </p:grpSpPr>
        <p:sp>
          <p:nvSpPr>
            <p:cNvPr id="365" name="Google Shape;365;p28"/>
            <p:cNvSpPr/>
            <p:nvPr/>
          </p:nvSpPr>
          <p:spPr>
            <a:xfrm flipH="1">
              <a:off x="4560600" y="455100"/>
              <a:ext cx="4583400" cy="4231200"/>
            </a:xfrm>
            <a:prstGeom prst="round1Rect">
              <a:avLst>
                <a:gd name="adj" fmla="val 7773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6" name="Google Shape;366;p28"/>
            <p:cNvSpPr/>
            <p:nvPr/>
          </p:nvSpPr>
          <p:spPr>
            <a:xfrm>
              <a:off x="0" y="455100"/>
              <a:ext cx="4583400" cy="4231200"/>
            </a:xfrm>
            <a:prstGeom prst="round1Rect">
              <a:avLst>
                <a:gd name="adj" fmla="val 7773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7" name="Google Shape;367;p28"/>
            <p:cNvSpPr/>
            <p:nvPr/>
          </p:nvSpPr>
          <p:spPr>
            <a:xfrm>
              <a:off x="4212650" y="4256001"/>
              <a:ext cx="718800" cy="7185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68" name="Google Shape;368;p28"/>
          <p:cNvSpPr txBox="1"/>
          <p:nvPr/>
        </p:nvSpPr>
        <p:spPr>
          <a:xfrm>
            <a:off x="4212575" y="4533153"/>
            <a:ext cx="718800" cy="42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chemeClr val="accent1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rPr>
              <a:t>‹#›</a:t>
            </a:fld>
            <a:endParaRPr>
              <a:solidFill>
                <a:schemeClr val="accent1"/>
              </a:solidFill>
              <a:latin typeface="STIX Two Text Medium"/>
              <a:ea typeface="STIX Two Text Medium"/>
              <a:cs typeface="STIX Two Text Medium"/>
              <a:sym typeface="STIX Two Text Medium"/>
            </a:endParaRPr>
          </a:p>
        </p:txBody>
      </p:sp>
      <p:sp>
        <p:nvSpPr>
          <p:cNvPr id="369" name="Google Shape;369;p28"/>
          <p:cNvSpPr txBox="1">
            <a:spLocks noGrp="1"/>
          </p:cNvSpPr>
          <p:nvPr>
            <p:ph type="body" idx="1"/>
          </p:nvPr>
        </p:nvSpPr>
        <p:spPr>
          <a:xfrm>
            <a:off x="366100" y="2555000"/>
            <a:ext cx="3846600" cy="1792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370" name="Google Shape;370;p28"/>
          <p:cNvSpPr txBox="1">
            <a:spLocks noGrp="1"/>
          </p:cNvSpPr>
          <p:nvPr>
            <p:ph type="body" idx="2"/>
          </p:nvPr>
        </p:nvSpPr>
        <p:spPr>
          <a:xfrm>
            <a:off x="4837500" y="2555000"/>
            <a:ext cx="3846600" cy="1792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371" name="Google Shape;371;p28"/>
          <p:cNvSpPr txBox="1">
            <a:spLocks noGrp="1"/>
          </p:cNvSpPr>
          <p:nvPr>
            <p:ph type="title"/>
          </p:nvPr>
        </p:nvSpPr>
        <p:spPr>
          <a:xfrm>
            <a:off x="311700" y="6551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TIX Two Text SemiBold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TIX Two Text SemiBold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TIX Two Text SemiBold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TIX Two Text SemiBold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TIX Two Text SemiBold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TIX Two Text SemiBold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TIX Two Text SemiBold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TIX Two Text SemiBold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TIX Two Text SemiBold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288">
          <p15:clr>
            <a:srgbClr val="E46962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ree column text and image with footer" type="tx">
  <p:cSld name="TITLE_AND_BODY">
    <p:spTree>
      <p:nvGrpSpPr>
        <p:cNvPr id="1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3" name="Google Shape;373;p29"/>
          <p:cNvGrpSpPr/>
          <p:nvPr/>
        </p:nvGrpSpPr>
        <p:grpSpPr>
          <a:xfrm>
            <a:off x="0" y="0"/>
            <a:ext cx="9144000" cy="4974501"/>
            <a:chOff x="0" y="0"/>
            <a:chExt cx="9144000" cy="4974501"/>
          </a:xfrm>
        </p:grpSpPr>
        <p:sp>
          <p:nvSpPr>
            <p:cNvPr id="374" name="Google Shape;374;p29"/>
            <p:cNvSpPr/>
            <p:nvPr/>
          </p:nvSpPr>
          <p:spPr>
            <a:xfrm>
              <a:off x="0" y="0"/>
              <a:ext cx="9144000" cy="46863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5" name="Google Shape;375;p29"/>
            <p:cNvSpPr/>
            <p:nvPr/>
          </p:nvSpPr>
          <p:spPr>
            <a:xfrm>
              <a:off x="4212650" y="4256001"/>
              <a:ext cx="718800" cy="7185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76" name="Google Shape;376;p2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77" name="Google Shape;377;p29"/>
          <p:cNvSpPr txBox="1"/>
          <p:nvPr/>
        </p:nvSpPr>
        <p:spPr>
          <a:xfrm>
            <a:off x="4212575" y="4533153"/>
            <a:ext cx="718800" cy="42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chemeClr val="accent1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rPr>
              <a:t>‹#›</a:t>
            </a:fld>
            <a:endParaRPr>
              <a:solidFill>
                <a:schemeClr val="accent1"/>
              </a:solidFill>
              <a:latin typeface="STIX Two Text Medium"/>
              <a:ea typeface="STIX Two Text Medium"/>
              <a:cs typeface="STIX Two Text Medium"/>
              <a:sym typeface="STIX Two Text Medium"/>
            </a:endParaRPr>
          </a:p>
        </p:txBody>
      </p:sp>
      <p:sp>
        <p:nvSpPr>
          <p:cNvPr id="378" name="Google Shape;378;p29"/>
          <p:cNvSpPr txBox="1">
            <a:spLocks noGrp="1"/>
          </p:cNvSpPr>
          <p:nvPr>
            <p:ph type="subTitle" idx="1"/>
          </p:nvPr>
        </p:nvSpPr>
        <p:spPr>
          <a:xfrm>
            <a:off x="366100" y="4773588"/>
            <a:ext cx="3539400" cy="282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9pPr>
          </a:lstStyle>
          <a:p>
            <a:endParaRPr/>
          </a:p>
        </p:txBody>
      </p:sp>
      <p:sp>
        <p:nvSpPr>
          <p:cNvPr id="379" name="Google Shape;379;p29"/>
          <p:cNvSpPr txBox="1">
            <a:spLocks noGrp="1"/>
          </p:cNvSpPr>
          <p:nvPr>
            <p:ph type="subTitle" idx="2"/>
          </p:nvPr>
        </p:nvSpPr>
        <p:spPr>
          <a:xfrm>
            <a:off x="5251900" y="4773588"/>
            <a:ext cx="3539400" cy="282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9pPr>
          </a:lstStyle>
          <a:p>
            <a:endParaRPr/>
          </a:p>
        </p:txBody>
      </p:sp>
      <p:sp>
        <p:nvSpPr>
          <p:cNvPr id="380" name="Google Shape;380;p29"/>
          <p:cNvSpPr txBox="1">
            <a:spLocks noGrp="1"/>
          </p:cNvSpPr>
          <p:nvPr>
            <p:ph type="subTitle" idx="3"/>
          </p:nvPr>
        </p:nvSpPr>
        <p:spPr>
          <a:xfrm>
            <a:off x="457200" y="332425"/>
            <a:ext cx="2505600" cy="282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381" name="Google Shape;381;p29"/>
          <p:cNvSpPr>
            <a:spLocks noGrp="1"/>
          </p:cNvSpPr>
          <p:nvPr>
            <p:ph type="pic" idx="4"/>
          </p:nvPr>
        </p:nvSpPr>
        <p:spPr>
          <a:xfrm>
            <a:off x="630200" y="860275"/>
            <a:ext cx="2124300" cy="1311600"/>
          </a:xfrm>
          <a:prstGeom prst="rect">
            <a:avLst/>
          </a:prstGeom>
          <a:noFill/>
          <a:ln>
            <a:noFill/>
          </a:ln>
        </p:spPr>
      </p:sp>
      <p:sp>
        <p:nvSpPr>
          <p:cNvPr id="382" name="Google Shape;382;p29"/>
          <p:cNvSpPr txBox="1">
            <a:spLocks noGrp="1"/>
          </p:cNvSpPr>
          <p:nvPr>
            <p:ph type="body" idx="5"/>
          </p:nvPr>
        </p:nvSpPr>
        <p:spPr>
          <a:xfrm>
            <a:off x="548700" y="2605672"/>
            <a:ext cx="2322600" cy="1369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Char char="●"/>
              <a:defRPr>
                <a:solidFill>
                  <a:schemeClr val="accent1"/>
                </a:solidFill>
              </a:defRPr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Char char="○"/>
              <a:defRPr>
                <a:solidFill>
                  <a:schemeClr val="accent1"/>
                </a:solidFill>
              </a:defRPr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Char char="■"/>
              <a:defRPr>
                <a:solidFill>
                  <a:schemeClr val="accent1"/>
                </a:solidFill>
              </a:defRPr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Char char="●"/>
              <a:defRPr>
                <a:solidFill>
                  <a:schemeClr val="accent1"/>
                </a:solidFill>
              </a:defRPr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Char char="○"/>
              <a:defRPr>
                <a:solidFill>
                  <a:schemeClr val="accent1"/>
                </a:solidFill>
              </a:defRPr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Char char="■"/>
              <a:defRPr>
                <a:solidFill>
                  <a:schemeClr val="accent1"/>
                </a:solidFill>
              </a:defRPr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Char char="●"/>
              <a:defRPr>
                <a:solidFill>
                  <a:schemeClr val="accent1"/>
                </a:solidFill>
              </a:defRPr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Char char="○"/>
              <a:defRPr>
                <a:solidFill>
                  <a:schemeClr val="accent1"/>
                </a:solidFill>
              </a:defRPr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Char char="■"/>
              <a:defRPr>
                <a:solidFill>
                  <a:schemeClr val="accent1"/>
                </a:solidFill>
              </a:defRPr>
            </a:lvl9pPr>
          </a:lstStyle>
          <a:p>
            <a:endParaRPr/>
          </a:p>
        </p:txBody>
      </p:sp>
      <p:sp>
        <p:nvSpPr>
          <p:cNvPr id="383" name="Google Shape;383;p29"/>
          <p:cNvSpPr txBox="1">
            <a:spLocks noGrp="1"/>
          </p:cNvSpPr>
          <p:nvPr>
            <p:ph type="subTitle" idx="6"/>
          </p:nvPr>
        </p:nvSpPr>
        <p:spPr>
          <a:xfrm>
            <a:off x="548700" y="2171875"/>
            <a:ext cx="2322600" cy="259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Font typeface="STIX Two Text SemiBold"/>
              <a:buNone/>
              <a:defRPr>
                <a:latin typeface="STIX Two Text SemiBold"/>
                <a:ea typeface="STIX Two Text SemiBold"/>
                <a:cs typeface="STIX Two Text SemiBold"/>
                <a:sym typeface="STIX Two Text SemiBold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Font typeface="STIX Two Text SemiBold"/>
              <a:buNone/>
              <a:defRPr>
                <a:latin typeface="STIX Two Text SemiBold"/>
                <a:ea typeface="STIX Two Text SemiBold"/>
                <a:cs typeface="STIX Two Text SemiBold"/>
                <a:sym typeface="STIX Two Text SemiBold"/>
              </a:defRPr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Font typeface="STIX Two Text SemiBold"/>
              <a:buNone/>
              <a:defRPr>
                <a:latin typeface="STIX Two Text SemiBold"/>
                <a:ea typeface="STIX Two Text SemiBold"/>
                <a:cs typeface="STIX Two Text SemiBold"/>
                <a:sym typeface="STIX Two Text SemiBold"/>
              </a:defRPr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Font typeface="STIX Two Text SemiBold"/>
              <a:buNone/>
              <a:defRPr>
                <a:latin typeface="STIX Two Text SemiBold"/>
                <a:ea typeface="STIX Two Text SemiBold"/>
                <a:cs typeface="STIX Two Text SemiBold"/>
                <a:sym typeface="STIX Two Text SemiBold"/>
              </a:defRPr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Font typeface="STIX Two Text SemiBold"/>
              <a:buNone/>
              <a:defRPr>
                <a:latin typeface="STIX Two Text SemiBold"/>
                <a:ea typeface="STIX Two Text SemiBold"/>
                <a:cs typeface="STIX Two Text SemiBold"/>
                <a:sym typeface="STIX Two Text SemiBold"/>
              </a:defRPr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Font typeface="STIX Two Text SemiBold"/>
              <a:buNone/>
              <a:defRPr>
                <a:latin typeface="STIX Two Text SemiBold"/>
                <a:ea typeface="STIX Two Text SemiBold"/>
                <a:cs typeface="STIX Two Text SemiBold"/>
                <a:sym typeface="STIX Two Text SemiBold"/>
              </a:defRPr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Font typeface="STIX Two Text SemiBold"/>
              <a:buNone/>
              <a:defRPr>
                <a:latin typeface="STIX Two Text SemiBold"/>
                <a:ea typeface="STIX Two Text SemiBold"/>
                <a:cs typeface="STIX Two Text SemiBold"/>
                <a:sym typeface="STIX Two Text SemiBold"/>
              </a:defRPr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Font typeface="STIX Two Text SemiBold"/>
              <a:buNone/>
              <a:defRPr>
                <a:latin typeface="STIX Two Text SemiBold"/>
                <a:ea typeface="STIX Two Text SemiBold"/>
                <a:cs typeface="STIX Two Text SemiBold"/>
                <a:sym typeface="STIX Two Text SemiBold"/>
              </a:defRPr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Font typeface="STIX Two Text SemiBold"/>
              <a:buNone/>
              <a:defRPr>
                <a:latin typeface="STIX Two Text SemiBold"/>
                <a:ea typeface="STIX Two Text SemiBold"/>
                <a:cs typeface="STIX Two Text SemiBold"/>
                <a:sym typeface="STIX Two Text SemiBold"/>
              </a:defRPr>
            </a:lvl9pPr>
          </a:lstStyle>
          <a:p>
            <a:endParaRPr/>
          </a:p>
        </p:txBody>
      </p:sp>
      <p:sp>
        <p:nvSpPr>
          <p:cNvPr id="384" name="Google Shape;384;p29"/>
          <p:cNvSpPr txBox="1">
            <a:spLocks noGrp="1"/>
          </p:cNvSpPr>
          <p:nvPr>
            <p:ph type="subTitle" idx="7"/>
          </p:nvPr>
        </p:nvSpPr>
        <p:spPr>
          <a:xfrm>
            <a:off x="3319200" y="332425"/>
            <a:ext cx="2505600" cy="282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385" name="Google Shape;385;p29"/>
          <p:cNvSpPr>
            <a:spLocks noGrp="1"/>
          </p:cNvSpPr>
          <p:nvPr>
            <p:ph type="pic" idx="8"/>
          </p:nvPr>
        </p:nvSpPr>
        <p:spPr>
          <a:xfrm>
            <a:off x="3492200" y="860275"/>
            <a:ext cx="2124300" cy="1311600"/>
          </a:xfrm>
          <a:prstGeom prst="rect">
            <a:avLst/>
          </a:prstGeom>
          <a:noFill/>
          <a:ln>
            <a:noFill/>
          </a:ln>
        </p:spPr>
      </p:sp>
      <p:sp>
        <p:nvSpPr>
          <p:cNvPr id="386" name="Google Shape;386;p29"/>
          <p:cNvSpPr txBox="1">
            <a:spLocks noGrp="1"/>
          </p:cNvSpPr>
          <p:nvPr>
            <p:ph type="subTitle" idx="9"/>
          </p:nvPr>
        </p:nvSpPr>
        <p:spPr>
          <a:xfrm>
            <a:off x="3410700" y="2171875"/>
            <a:ext cx="2322600" cy="259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Font typeface="STIX Two Text SemiBold"/>
              <a:buNone/>
              <a:defRPr>
                <a:latin typeface="STIX Two Text SemiBold"/>
                <a:ea typeface="STIX Two Text SemiBold"/>
                <a:cs typeface="STIX Two Text SemiBold"/>
                <a:sym typeface="STIX Two Text SemiBold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Font typeface="STIX Two Text SemiBold"/>
              <a:buNone/>
              <a:defRPr>
                <a:latin typeface="STIX Two Text SemiBold"/>
                <a:ea typeface="STIX Two Text SemiBold"/>
                <a:cs typeface="STIX Two Text SemiBold"/>
                <a:sym typeface="STIX Two Text SemiBold"/>
              </a:defRPr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Font typeface="STIX Two Text SemiBold"/>
              <a:buNone/>
              <a:defRPr>
                <a:latin typeface="STIX Two Text SemiBold"/>
                <a:ea typeface="STIX Two Text SemiBold"/>
                <a:cs typeface="STIX Two Text SemiBold"/>
                <a:sym typeface="STIX Two Text SemiBold"/>
              </a:defRPr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Font typeface="STIX Two Text SemiBold"/>
              <a:buNone/>
              <a:defRPr>
                <a:latin typeface="STIX Two Text SemiBold"/>
                <a:ea typeface="STIX Two Text SemiBold"/>
                <a:cs typeface="STIX Two Text SemiBold"/>
                <a:sym typeface="STIX Two Text SemiBold"/>
              </a:defRPr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Font typeface="STIX Two Text SemiBold"/>
              <a:buNone/>
              <a:defRPr>
                <a:latin typeface="STIX Two Text SemiBold"/>
                <a:ea typeface="STIX Two Text SemiBold"/>
                <a:cs typeface="STIX Two Text SemiBold"/>
                <a:sym typeface="STIX Two Text SemiBold"/>
              </a:defRPr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Font typeface="STIX Two Text SemiBold"/>
              <a:buNone/>
              <a:defRPr>
                <a:latin typeface="STIX Two Text SemiBold"/>
                <a:ea typeface="STIX Two Text SemiBold"/>
                <a:cs typeface="STIX Two Text SemiBold"/>
                <a:sym typeface="STIX Two Text SemiBold"/>
              </a:defRPr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Font typeface="STIX Two Text SemiBold"/>
              <a:buNone/>
              <a:defRPr>
                <a:latin typeface="STIX Two Text SemiBold"/>
                <a:ea typeface="STIX Two Text SemiBold"/>
                <a:cs typeface="STIX Two Text SemiBold"/>
                <a:sym typeface="STIX Two Text SemiBold"/>
              </a:defRPr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Font typeface="STIX Two Text SemiBold"/>
              <a:buNone/>
              <a:defRPr>
                <a:latin typeface="STIX Two Text SemiBold"/>
                <a:ea typeface="STIX Two Text SemiBold"/>
                <a:cs typeface="STIX Two Text SemiBold"/>
                <a:sym typeface="STIX Two Text SemiBold"/>
              </a:defRPr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Font typeface="STIX Two Text SemiBold"/>
              <a:buNone/>
              <a:defRPr>
                <a:latin typeface="STIX Two Text SemiBold"/>
                <a:ea typeface="STIX Two Text SemiBold"/>
                <a:cs typeface="STIX Two Text SemiBold"/>
                <a:sym typeface="STIX Two Text SemiBold"/>
              </a:defRPr>
            </a:lvl9pPr>
          </a:lstStyle>
          <a:p>
            <a:endParaRPr/>
          </a:p>
        </p:txBody>
      </p:sp>
      <p:sp>
        <p:nvSpPr>
          <p:cNvPr id="387" name="Google Shape;387;p29"/>
          <p:cNvSpPr txBox="1">
            <a:spLocks noGrp="1"/>
          </p:cNvSpPr>
          <p:nvPr>
            <p:ph type="subTitle" idx="13"/>
          </p:nvPr>
        </p:nvSpPr>
        <p:spPr>
          <a:xfrm>
            <a:off x="6181175" y="332425"/>
            <a:ext cx="2505600" cy="282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388" name="Google Shape;388;p29"/>
          <p:cNvSpPr txBox="1">
            <a:spLocks noGrp="1"/>
          </p:cNvSpPr>
          <p:nvPr>
            <p:ph type="body" idx="14"/>
          </p:nvPr>
        </p:nvSpPr>
        <p:spPr>
          <a:xfrm>
            <a:off x="6272675" y="860275"/>
            <a:ext cx="2414100" cy="3114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389" name="Google Shape;389;p29"/>
          <p:cNvSpPr txBox="1">
            <a:spLocks noGrp="1"/>
          </p:cNvSpPr>
          <p:nvPr>
            <p:ph type="body" idx="15"/>
          </p:nvPr>
        </p:nvSpPr>
        <p:spPr>
          <a:xfrm>
            <a:off x="3410700" y="2605672"/>
            <a:ext cx="2322600" cy="1369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Char char="●"/>
              <a:defRPr>
                <a:solidFill>
                  <a:schemeClr val="accent1"/>
                </a:solidFill>
              </a:defRPr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Char char="○"/>
              <a:defRPr>
                <a:solidFill>
                  <a:schemeClr val="accent1"/>
                </a:solidFill>
              </a:defRPr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Char char="■"/>
              <a:defRPr>
                <a:solidFill>
                  <a:schemeClr val="accent1"/>
                </a:solidFill>
              </a:defRPr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Char char="●"/>
              <a:defRPr>
                <a:solidFill>
                  <a:schemeClr val="accent1"/>
                </a:solidFill>
              </a:defRPr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Char char="○"/>
              <a:defRPr>
                <a:solidFill>
                  <a:schemeClr val="accent1"/>
                </a:solidFill>
              </a:defRPr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Char char="■"/>
              <a:defRPr>
                <a:solidFill>
                  <a:schemeClr val="accent1"/>
                </a:solidFill>
              </a:defRPr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Char char="●"/>
              <a:defRPr>
                <a:solidFill>
                  <a:schemeClr val="accent1"/>
                </a:solidFill>
              </a:defRPr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Char char="○"/>
              <a:defRPr>
                <a:solidFill>
                  <a:schemeClr val="accent1"/>
                </a:solidFill>
              </a:defRPr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Char char="■"/>
              <a:defRPr>
                <a:solidFill>
                  <a:schemeClr val="accent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ree columns bookmarks">
  <p:cSld name="TITLE_AND_BODY_1">
    <p:spTree>
      <p:nvGrpSpPr>
        <p:cNvPr id="1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1" name="Google Shape;391;p30"/>
          <p:cNvGrpSpPr/>
          <p:nvPr/>
        </p:nvGrpSpPr>
        <p:grpSpPr>
          <a:xfrm>
            <a:off x="0" y="0"/>
            <a:ext cx="9144000" cy="4974501"/>
            <a:chOff x="0" y="0"/>
            <a:chExt cx="9144000" cy="4974501"/>
          </a:xfrm>
        </p:grpSpPr>
        <p:sp>
          <p:nvSpPr>
            <p:cNvPr id="392" name="Google Shape;392;p30"/>
            <p:cNvSpPr/>
            <p:nvPr/>
          </p:nvSpPr>
          <p:spPr>
            <a:xfrm>
              <a:off x="0" y="0"/>
              <a:ext cx="9144000" cy="46863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3" name="Google Shape;393;p30"/>
            <p:cNvSpPr/>
            <p:nvPr/>
          </p:nvSpPr>
          <p:spPr>
            <a:xfrm>
              <a:off x="4212650" y="4256001"/>
              <a:ext cx="718800" cy="7185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94" name="Google Shape;394;p3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395" name="Google Shape;395;p30"/>
          <p:cNvGrpSpPr/>
          <p:nvPr/>
        </p:nvGrpSpPr>
        <p:grpSpPr>
          <a:xfrm>
            <a:off x="457125" y="0"/>
            <a:ext cx="2505690" cy="4469981"/>
            <a:chOff x="457125" y="0"/>
            <a:chExt cx="2505690" cy="4469981"/>
          </a:xfrm>
        </p:grpSpPr>
        <p:sp>
          <p:nvSpPr>
            <p:cNvPr id="396" name="Google Shape;396;p30"/>
            <p:cNvSpPr/>
            <p:nvPr/>
          </p:nvSpPr>
          <p:spPr>
            <a:xfrm>
              <a:off x="457125" y="0"/>
              <a:ext cx="2505600" cy="39528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7" name="Google Shape;397;p30"/>
            <p:cNvSpPr/>
            <p:nvPr/>
          </p:nvSpPr>
          <p:spPr>
            <a:xfrm rot="-5400000">
              <a:off x="1164015" y="2671181"/>
              <a:ext cx="1092000" cy="2505600"/>
            </a:xfrm>
            <a:prstGeom prst="chevron">
              <a:avLst>
                <a:gd name="adj" fmla="val 3095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98" name="Google Shape;398;p30"/>
          <p:cNvGrpSpPr/>
          <p:nvPr/>
        </p:nvGrpSpPr>
        <p:grpSpPr>
          <a:xfrm>
            <a:off x="3319150" y="0"/>
            <a:ext cx="2505690" cy="4469981"/>
            <a:chOff x="457125" y="0"/>
            <a:chExt cx="2505690" cy="4469981"/>
          </a:xfrm>
        </p:grpSpPr>
        <p:sp>
          <p:nvSpPr>
            <p:cNvPr id="399" name="Google Shape;399;p30"/>
            <p:cNvSpPr/>
            <p:nvPr/>
          </p:nvSpPr>
          <p:spPr>
            <a:xfrm>
              <a:off x="457125" y="0"/>
              <a:ext cx="2505600" cy="39528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0" name="Google Shape;400;p30"/>
            <p:cNvSpPr/>
            <p:nvPr/>
          </p:nvSpPr>
          <p:spPr>
            <a:xfrm rot="-5400000">
              <a:off x="1164015" y="2671181"/>
              <a:ext cx="1092000" cy="2505600"/>
            </a:xfrm>
            <a:prstGeom prst="chevron">
              <a:avLst>
                <a:gd name="adj" fmla="val 3095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01" name="Google Shape;401;p30"/>
          <p:cNvGrpSpPr/>
          <p:nvPr/>
        </p:nvGrpSpPr>
        <p:grpSpPr>
          <a:xfrm>
            <a:off x="6181175" y="0"/>
            <a:ext cx="2505690" cy="4469981"/>
            <a:chOff x="457125" y="0"/>
            <a:chExt cx="2505690" cy="4469981"/>
          </a:xfrm>
        </p:grpSpPr>
        <p:sp>
          <p:nvSpPr>
            <p:cNvPr id="402" name="Google Shape;402;p30"/>
            <p:cNvSpPr/>
            <p:nvPr/>
          </p:nvSpPr>
          <p:spPr>
            <a:xfrm>
              <a:off x="457125" y="0"/>
              <a:ext cx="2505600" cy="39528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3" name="Google Shape;403;p30"/>
            <p:cNvSpPr/>
            <p:nvPr/>
          </p:nvSpPr>
          <p:spPr>
            <a:xfrm rot="-5400000">
              <a:off x="1164015" y="2671181"/>
              <a:ext cx="1092000" cy="2505600"/>
            </a:xfrm>
            <a:prstGeom prst="chevron">
              <a:avLst>
                <a:gd name="adj" fmla="val 3095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04" name="Google Shape;404;p30"/>
          <p:cNvSpPr txBox="1"/>
          <p:nvPr/>
        </p:nvSpPr>
        <p:spPr>
          <a:xfrm>
            <a:off x="4212575" y="4533153"/>
            <a:ext cx="718800" cy="42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chemeClr val="accent1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rPr>
              <a:t>‹#›</a:t>
            </a:fld>
            <a:endParaRPr>
              <a:solidFill>
                <a:schemeClr val="accent1"/>
              </a:solidFill>
              <a:latin typeface="STIX Two Text Medium"/>
              <a:ea typeface="STIX Two Text Medium"/>
              <a:cs typeface="STIX Two Text Medium"/>
              <a:sym typeface="STIX Two Text Medium"/>
            </a:endParaRPr>
          </a:p>
        </p:txBody>
      </p:sp>
      <p:sp>
        <p:nvSpPr>
          <p:cNvPr id="405" name="Google Shape;405;p30"/>
          <p:cNvSpPr txBox="1">
            <a:spLocks noGrp="1"/>
          </p:cNvSpPr>
          <p:nvPr>
            <p:ph type="subTitle" idx="1"/>
          </p:nvPr>
        </p:nvSpPr>
        <p:spPr>
          <a:xfrm>
            <a:off x="366100" y="4773588"/>
            <a:ext cx="3539400" cy="282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9pPr>
          </a:lstStyle>
          <a:p>
            <a:endParaRPr/>
          </a:p>
        </p:txBody>
      </p:sp>
      <p:sp>
        <p:nvSpPr>
          <p:cNvPr id="406" name="Google Shape;406;p30"/>
          <p:cNvSpPr txBox="1">
            <a:spLocks noGrp="1"/>
          </p:cNvSpPr>
          <p:nvPr>
            <p:ph type="subTitle" idx="2"/>
          </p:nvPr>
        </p:nvSpPr>
        <p:spPr>
          <a:xfrm>
            <a:off x="5251900" y="4773588"/>
            <a:ext cx="3539400" cy="282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9pPr>
          </a:lstStyle>
          <a:p>
            <a:endParaRPr/>
          </a:p>
        </p:txBody>
      </p:sp>
      <p:sp>
        <p:nvSpPr>
          <p:cNvPr id="407" name="Google Shape;407;p30"/>
          <p:cNvSpPr txBox="1">
            <a:spLocks noGrp="1"/>
          </p:cNvSpPr>
          <p:nvPr>
            <p:ph type="subTitle" idx="3"/>
          </p:nvPr>
        </p:nvSpPr>
        <p:spPr>
          <a:xfrm>
            <a:off x="457200" y="332425"/>
            <a:ext cx="2505600" cy="282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408" name="Google Shape;408;p30"/>
          <p:cNvSpPr>
            <a:spLocks noGrp="1"/>
          </p:cNvSpPr>
          <p:nvPr>
            <p:ph type="pic" idx="4"/>
          </p:nvPr>
        </p:nvSpPr>
        <p:spPr>
          <a:xfrm>
            <a:off x="630200" y="860275"/>
            <a:ext cx="2124300" cy="1311600"/>
          </a:xfrm>
          <a:prstGeom prst="rect">
            <a:avLst/>
          </a:prstGeom>
          <a:noFill/>
          <a:ln>
            <a:noFill/>
          </a:ln>
        </p:spPr>
      </p:sp>
      <p:sp>
        <p:nvSpPr>
          <p:cNvPr id="409" name="Google Shape;409;p30"/>
          <p:cNvSpPr txBox="1">
            <a:spLocks noGrp="1"/>
          </p:cNvSpPr>
          <p:nvPr>
            <p:ph type="body" idx="5"/>
          </p:nvPr>
        </p:nvSpPr>
        <p:spPr>
          <a:xfrm>
            <a:off x="548700" y="2605672"/>
            <a:ext cx="2322600" cy="1369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410" name="Google Shape;410;p30"/>
          <p:cNvSpPr txBox="1">
            <a:spLocks noGrp="1"/>
          </p:cNvSpPr>
          <p:nvPr>
            <p:ph type="subTitle" idx="6"/>
          </p:nvPr>
        </p:nvSpPr>
        <p:spPr>
          <a:xfrm>
            <a:off x="548650" y="2171875"/>
            <a:ext cx="2322600" cy="259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Font typeface="STIX Two Text SemiBold"/>
              <a:buNone/>
              <a:defRPr>
                <a:latin typeface="STIX Two Text SemiBold"/>
                <a:ea typeface="STIX Two Text SemiBold"/>
                <a:cs typeface="STIX Two Text SemiBold"/>
                <a:sym typeface="STIX Two Text SemiBold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Font typeface="STIX Two Text SemiBold"/>
              <a:buNone/>
              <a:defRPr>
                <a:latin typeface="STIX Two Text SemiBold"/>
                <a:ea typeface="STIX Two Text SemiBold"/>
                <a:cs typeface="STIX Two Text SemiBold"/>
                <a:sym typeface="STIX Two Text SemiBold"/>
              </a:defRPr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Font typeface="STIX Two Text SemiBold"/>
              <a:buNone/>
              <a:defRPr>
                <a:latin typeface="STIX Two Text SemiBold"/>
                <a:ea typeface="STIX Two Text SemiBold"/>
                <a:cs typeface="STIX Two Text SemiBold"/>
                <a:sym typeface="STIX Two Text SemiBold"/>
              </a:defRPr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Font typeface="STIX Two Text SemiBold"/>
              <a:buNone/>
              <a:defRPr>
                <a:latin typeface="STIX Two Text SemiBold"/>
                <a:ea typeface="STIX Two Text SemiBold"/>
                <a:cs typeface="STIX Two Text SemiBold"/>
                <a:sym typeface="STIX Two Text SemiBold"/>
              </a:defRPr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Font typeface="STIX Two Text SemiBold"/>
              <a:buNone/>
              <a:defRPr>
                <a:latin typeface="STIX Two Text SemiBold"/>
                <a:ea typeface="STIX Two Text SemiBold"/>
                <a:cs typeface="STIX Two Text SemiBold"/>
                <a:sym typeface="STIX Two Text SemiBold"/>
              </a:defRPr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Font typeface="STIX Two Text SemiBold"/>
              <a:buNone/>
              <a:defRPr>
                <a:latin typeface="STIX Two Text SemiBold"/>
                <a:ea typeface="STIX Two Text SemiBold"/>
                <a:cs typeface="STIX Two Text SemiBold"/>
                <a:sym typeface="STIX Two Text SemiBold"/>
              </a:defRPr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Font typeface="STIX Two Text SemiBold"/>
              <a:buNone/>
              <a:defRPr>
                <a:latin typeface="STIX Two Text SemiBold"/>
                <a:ea typeface="STIX Two Text SemiBold"/>
                <a:cs typeface="STIX Two Text SemiBold"/>
                <a:sym typeface="STIX Two Text SemiBold"/>
              </a:defRPr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Font typeface="STIX Two Text SemiBold"/>
              <a:buNone/>
              <a:defRPr>
                <a:latin typeface="STIX Two Text SemiBold"/>
                <a:ea typeface="STIX Two Text SemiBold"/>
                <a:cs typeface="STIX Two Text SemiBold"/>
                <a:sym typeface="STIX Two Text SemiBold"/>
              </a:defRPr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Font typeface="STIX Two Text SemiBold"/>
              <a:buNone/>
              <a:defRPr>
                <a:latin typeface="STIX Two Text SemiBold"/>
                <a:ea typeface="STIX Two Text SemiBold"/>
                <a:cs typeface="STIX Two Text SemiBold"/>
                <a:sym typeface="STIX Two Text SemiBold"/>
              </a:defRPr>
            </a:lvl9pPr>
          </a:lstStyle>
          <a:p>
            <a:endParaRPr/>
          </a:p>
        </p:txBody>
      </p:sp>
      <p:sp>
        <p:nvSpPr>
          <p:cNvPr id="411" name="Google Shape;411;p30"/>
          <p:cNvSpPr txBox="1">
            <a:spLocks noGrp="1"/>
          </p:cNvSpPr>
          <p:nvPr>
            <p:ph type="subTitle" idx="7"/>
          </p:nvPr>
        </p:nvSpPr>
        <p:spPr>
          <a:xfrm>
            <a:off x="3319225" y="332425"/>
            <a:ext cx="2505600" cy="282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412" name="Google Shape;412;p30"/>
          <p:cNvSpPr>
            <a:spLocks noGrp="1"/>
          </p:cNvSpPr>
          <p:nvPr>
            <p:ph type="pic" idx="8"/>
          </p:nvPr>
        </p:nvSpPr>
        <p:spPr>
          <a:xfrm>
            <a:off x="3492225" y="860275"/>
            <a:ext cx="2124300" cy="1311600"/>
          </a:xfrm>
          <a:prstGeom prst="rect">
            <a:avLst/>
          </a:prstGeom>
          <a:noFill/>
          <a:ln>
            <a:noFill/>
          </a:ln>
        </p:spPr>
      </p:sp>
      <p:sp>
        <p:nvSpPr>
          <p:cNvPr id="413" name="Google Shape;413;p30"/>
          <p:cNvSpPr txBox="1">
            <a:spLocks noGrp="1"/>
          </p:cNvSpPr>
          <p:nvPr>
            <p:ph type="subTitle" idx="9"/>
          </p:nvPr>
        </p:nvSpPr>
        <p:spPr>
          <a:xfrm>
            <a:off x="3410725" y="2171875"/>
            <a:ext cx="2322600" cy="259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Font typeface="STIX Two Text SemiBold"/>
              <a:buNone/>
              <a:defRPr>
                <a:latin typeface="STIX Two Text SemiBold"/>
                <a:ea typeface="STIX Two Text SemiBold"/>
                <a:cs typeface="STIX Two Text SemiBold"/>
                <a:sym typeface="STIX Two Text SemiBold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Font typeface="STIX Two Text SemiBold"/>
              <a:buNone/>
              <a:defRPr>
                <a:latin typeface="STIX Two Text SemiBold"/>
                <a:ea typeface="STIX Two Text SemiBold"/>
                <a:cs typeface="STIX Two Text SemiBold"/>
                <a:sym typeface="STIX Two Text SemiBold"/>
              </a:defRPr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Font typeface="STIX Two Text SemiBold"/>
              <a:buNone/>
              <a:defRPr>
                <a:latin typeface="STIX Two Text SemiBold"/>
                <a:ea typeface="STIX Two Text SemiBold"/>
                <a:cs typeface="STIX Two Text SemiBold"/>
                <a:sym typeface="STIX Two Text SemiBold"/>
              </a:defRPr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Font typeface="STIX Two Text SemiBold"/>
              <a:buNone/>
              <a:defRPr>
                <a:latin typeface="STIX Two Text SemiBold"/>
                <a:ea typeface="STIX Two Text SemiBold"/>
                <a:cs typeface="STIX Two Text SemiBold"/>
                <a:sym typeface="STIX Two Text SemiBold"/>
              </a:defRPr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Font typeface="STIX Two Text SemiBold"/>
              <a:buNone/>
              <a:defRPr>
                <a:latin typeface="STIX Two Text SemiBold"/>
                <a:ea typeface="STIX Two Text SemiBold"/>
                <a:cs typeface="STIX Two Text SemiBold"/>
                <a:sym typeface="STIX Two Text SemiBold"/>
              </a:defRPr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Font typeface="STIX Two Text SemiBold"/>
              <a:buNone/>
              <a:defRPr>
                <a:latin typeface="STIX Two Text SemiBold"/>
                <a:ea typeface="STIX Two Text SemiBold"/>
                <a:cs typeface="STIX Two Text SemiBold"/>
                <a:sym typeface="STIX Two Text SemiBold"/>
              </a:defRPr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Font typeface="STIX Two Text SemiBold"/>
              <a:buNone/>
              <a:defRPr>
                <a:latin typeface="STIX Two Text SemiBold"/>
                <a:ea typeface="STIX Two Text SemiBold"/>
                <a:cs typeface="STIX Two Text SemiBold"/>
                <a:sym typeface="STIX Two Text SemiBold"/>
              </a:defRPr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Font typeface="STIX Two Text SemiBold"/>
              <a:buNone/>
              <a:defRPr>
                <a:latin typeface="STIX Two Text SemiBold"/>
                <a:ea typeface="STIX Two Text SemiBold"/>
                <a:cs typeface="STIX Two Text SemiBold"/>
                <a:sym typeface="STIX Two Text SemiBold"/>
              </a:defRPr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Font typeface="STIX Two Text SemiBold"/>
              <a:buNone/>
              <a:defRPr>
                <a:latin typeface="STIX Two Text SemiBold"/>
                <a:ea typeface="STIX Two Text SemiBold"/>
                <a:cs typeface="STIX Two Text SemiBold"/>
                <a:sym typeface="STIX Two Text SemiBold"/>
              </a:defRPr>
            </a:lvl9pPr>
          </a:lstStyle>
          <a:p>
            <a:endParaRPr/>
          </a:p>
        </p:txBody>
      </p:sp>
      <p:sp>
        <p:nvSpPr>
          <p:cNvPr id="414" name="Google Shape;414;p30"/>
          <p:cNvSpPr txBox="1">
            <a:spLocks noGrp="1"/>
          </p:cNvSpPr>
          <p:nvPr>
            <p:ph type="subTitle" idx="13"/>
          </p:nvPr>
        </p:nvSpPr>
        <p:spPr>
          <a:xfrm>
            <a:off x="6181250" y="332425"/>
            <a:ext cx="2505600" cy="282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415" name="Google Shape;415;p30"/>
          <p:cNvSpPr>
            <a:spLocks noGrp="1"/>
          </p:cNvSpPr>
          <p:nvPr>
            <p:ph type="pic" idx="14"/>
          </p:nvPr>
        </p:nvSpPr>
        <p:spPr>
          <a:xfrm>
            <a:off x="6354250" y="860275"/>
            <a:ext cx="2124300" cy="1311600"/>
          </a:xfrm>
          <a:prstGeom prst="rect">
            <a:avLst/>
          </a:prstGeom>
          <a:noFill/>
          <a:ln>
            <a:noFill/>
          </a:ln>
        </p:spPr>
      </p:sp>
      <p:sp>
        <p:nvSpPr>
          <p:cNvPr id="416" name="Google Shape;416;p30"/>
          <p:cNvSpPr txBox="1">
            <a:spLocks noGrp="1"/>
          </p:cNvSpPr>
          <p:nvPr>
            <p:ph type="body" idx="15"/>
          </p:nvPr>
        </p:nvSpPr>
        <p:spPr>
          <a:xfrm>
            <a:off x="6272750" y="2605672"/>
            <a:ext cx="2322600" cy="1369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417" name="Google Shape;417;p30"/>
          <p:cNvSpPr txBox="1">
            <a:spLocks noGrp="1"/>
          </p:cNvSpPr>
          <p:nvPr>
            <p:ph type="subTitle" idx="16"/>
          </p:nvPr>
        </p:nvSpPr>
        <p:spPr>
          <a:xfrm>
            <a:off x="6272750" y="2171875"/>
            <a:ext cx="2322600" cy="259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Font typeface="STIX Two Text SemiBold"/>
              <a:buNone/>
              <a:defRPr>
                <a:latin typeface="STIX Two Text SemiBold"/>
                <a:ea typeface="STIX Two Text SemiBold"/>
                <a:cs typeface="STIX Two Text SemiBold"/>
                <a:sym typeface="STIX Two Text SemiBold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Font typeface="STIX Two Text SemiBold"/>
              <a:buNone/>
              <a:defRPr>
                <a:latin typeface="STIX Two Text SemiBold"/>
                <a:ea typeface="STIX Two Text SemiBold"/>
                <a:cs typeface="STIX Two Text SemiBold"/>
                <a:sym typeface="STIX Two Text SemiBold"/>
              </a:defRPr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Font typeface="STIX Two Text SemiBold"/>
              <a:buNone/>
              <a:defRPr>
                <a:latin typeface="STIX Two Text SemiBold"/>
                <a:ea typeface="STIX Two Text SemiBold"/>
                <a:cs typeface="STIX Two Text SemiBold"/>
                <a:sym typeface="STIX Two Text SemiBold"/>
              </a:defRPr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Font typeface="STIX Two Text SemiBold"/>
              <a:buNone/>
              <a:defRPr>
                <a:latin typeface="STIX Two Text SemiBold"/>
                <a:ea typeface="STIX Two Text SemiBold"/>
                <a:cs typeface="STIX Two Text SemiBold"/>
                <a:sym typeface="STIX Two Text SemiBold"/>
              </a:defRPr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Font typeface="STIX Two Text SemiBold"/>
              <a:buNone/>
              <a:defRPr>
                <a:latin typeface="STIX Two Text SemiBold"/>
                <a:ea typeface="STIX Two Text SemiBold"/>
                <a:cs typeface="STIX Two Text SemiBold"/>
                <a:sym typeface="STIX Two Text SemiBold"/>
              </a:defRPr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Font typeface="STIX Two Text SemiBold"/>
              <a:buNone/>
              <a:defRPr>
                <a:latin typeface="STIX Two Text SemiBold"/>
                <a:ea typeface="STIX Two Text SemiBold"/>
                <a:cs typeface="STIX Two Text SemiBold"/>
                <a:sym typeface="STIX Two Text SemiBold"/>
              </a:defRPr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Font typeface="STIX Two Text SemiBold"/>
              <a:buNone/>
              <a:defRPr>
                <a:latin typeface="STIX Two Text SemiBold"/>
                <a:ea typeface="STIX Two Text SemiBold"/>
                <a:cs typeface="STIX Two Text SemiBold"/>
                <a:sym typeface="STIX Two Text SemiBold"/>
              </a:defRPr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Font typeface="STIX Two Text SemiBold"/>
              <a:buNone/>
              <a:defRPr>
                <a:latin typeface="STIX Two Text SemiBold"/>
                <a:ea typeface="STIX Two Text SemiBold"/>
                <a:cs typeface="STIX Two Text SemiBold"/>
                <a:sym typeface="STIX Two Text SemiBold"/>
              </a:defRPr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Font typeface="STIX Two Text SemiBold"/>
              <a:buNone/>
              <a:defRPr>
                <a:latin typeface="STIX Two Text SemiBold"/>
                <a:ea typeface="STIX Two Text SemiBold"/>
                <a:cs typeface="STIX Two Text SemiBold"/>
                <a:sym typeface="STIX Two Text SemiBold"/>
              </a:defRPr>
            </a:lvl9pPr>
          </a:lstStyle>
          <a:p>
            <a:endParaRPr/>
          </a:p>
        </p:txBody>
      </p:sp>
      <p:sp>
        <p:nvSpPr>
          <p:cNvPr id="418" name="Google Shape;418;p30"/>
          <p:cNvSpPr txBox="1">
            <a:spLocks noGrp="1"/>
          </p:cNvSpPr>
          <p:nvPr>
            <p:ph type="body" idx="17"/>
          </p:nvPr>
        </p:nvSpPr>
        <p:spPr>
          <a:xfrm>
            <a:off x="3410725" y="2605672"/>
            <a:ext cx="2322600" cy="1369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lumn comparison" type="twoColTx">
  <p:cSld name="TITLE_AND_TWO_COLUMNS">
    <p:spTree>
      <p:nvGrpSpPr>
        <p:cNvPr id="1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0" name="Google Shape;420;p31"/>
          <p:cNvGrpSpPr/>
          <p:nvPr/>
        </p:nvGrpSpPr>
        <p:grpSpPr>
          <a:xfrm>
            <a:off x="0" y="455100"/>
            <a:ext cx="9144000" cy="4519401"/>
            <a:chOff x="0" y="455100"/>
            <a:chExt cx="9144000" cy="4519401"/>
          </a:xfrm>
        </p:grpSpPr>
        <p:sp>
          <p:nvSpPr>
            <p:cNvPr id="421" name="Google Shape;421;p31"/>
            <p:cNvSpPr/>
            <p:nvPr/>
          </p:nvSpPr>
          <p:spPr>
            <a:xfrm flipH="1">
              <a:off x="4560600" y="455100"/>
              <a:ext cx="4583400" cy="4231200"/>
            </a:xfrm>
            <a:prstGeom prst="round1Rect">
              <a:avLst>
                <a:gd name="adj" fmla="val 7773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2" name="Google Shape;422;p31"/>
            <p:cNvSpPr/>
            <p:nvPr/>
          </p:nvSpPr>
          <p:spPr>
            <a:xfrm>
              <a:off x="0" y="455100"/>
              <a:ext cx="4583400" cy="4231200"/>
            </a:xfrm>
            <a:prstGeom prst="round1Rect">
              <a:avLst>
                <a:gd name="adj" fmla="val 7773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3" name="Google Shape;423;p31"/>
            <p:cNvSpPr/>
            <p:nvPr/>
          </p:nvSpPr>
          <p:spPr>
            <a:xfrm>
              <a:off x="4212650" y="4256001"/>
              <a:ext cx="718800" cy="7185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24" name="Google Shape;424;p31"/>
          <p:cNvSpPr txBox="1"/>
          <p:nvPr/>
        </p:nvSpPr>
        <p:spPr>
          <a:xfrm>
            <a:off x="4212575" y="4533153"/>
            <a:ext cx="718800" cy="42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chemeClr val="accent1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rPr>
              <a:t>‹#›</a:t>
            </a:fld>
            <a:endParaRPr>
              <a:solidFill>
                <a:schemeClr val="accent1"/>
              </a:solidFill>
              <a:latin typeface="STIX Two Text Medium"/>
              <a:ea typeface="STIX Two Text Medium"/>
              <a:cs typeface="STIX Two Text Medium"/>
              <a:sym typeface="STIX Two Text Medium"/>
            </a:endParaRPr>
          </a:p>
        </p:txBody>
      </p:sp>
      <p:sp>
        <p:nvSpPr>
          <p:cNvPr id="425" name="Google Shape;425;p31"/>
          <p:cNvSpPr txBox="1">
            <a:spLocks noGrp="1"/>
          </p:cNvSpPr>
          <p:nvPr>
            <p:ph type="subTitle" idx="1"/>
          </p:nvPr>
        </p:nvSpPr>
        <p:spPr>
          <a:xfrm>
            <a:off x="366100" y="4773588"/>
            <a:ext cx="3539400" cy="282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9pPr>
          </a:lstStyle>
          <a:p>
            <a:endParaRPr/>
          </a:p>
        </p:txBody>
      </p:sp>
      <p:sp>
        <p:nvSpPr>
          <p:cNvPr id="426" name="Google Shape;426;p31"/>
          <p:cNvSpPr txBox="1">
            <a:spLocks noGrp="1"/>
          </p:cNvSpPr>
          <p:nvPr>
            <p:ph type="subTitle" idx="2"/>
          </p:nvPr>
        </p:nvSpPr>
        <p:spPr>
          <a:xfrm>
            <a:off x="5251900" y="4773588"/>
            <a:ext cx="3539400" cy="282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9pPr>
          </a:lstStyle>
          <a:p>
            <a:endParaRPr/>
          </a:p>
        </p:txBody>
      </p:sp>
      <p:sp>
        <p:nvSpPr>
          <p:cNvPr id="427" name="Google Shape;427;p31"/>
          <p:cNvSpPr txBox="1">
            <a:spLocks noGrp="1"/>
          </p:cNvSpPr>
          <p:nvPr>
            <p:ph type="subTitle" idx="3"/>
          </p:nvPr>
        </p:nvSpPr>
        <p:spPr>
          <a:xfrm rot="-5400000">
            <a:off x="-1577350" y="2403575"/>
            <a:ext cx="4226400" cy="336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8" name="Google Shape;428;p31"/>
          <p:cNvSpPr txBox="1">
            <a:spLocks noGrp="1"/>
          </p:cNvSpPr>
          <p:nvPr>
            <p:ph type="title"/>
          </p:nvPr>
        </p:nvSpPr>
        <p:spPr>
          <a:xfrm>
            <a:off x="1218500" y="930550"/>
            <a:ext cx="3025500" cy="489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429" name="Google Shape;429;p31"/>
          <p:cNvSpPr txBox="1">
            <a:spLocks noGrp="1"/>
          </p:cNvSpPr>
          <p:nvPr>
            <p:ph type="title" idx="4"/>
          </p:nvPr>
        </p:nvSpPr>
        <p:spPr>
          <a:xfrm>
            <a:off x="4900025" y="930550"/>
            <a:ext cx="3025500" cy="489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430" name="Google Shape;430;p31"/>
          <p:cNvSpPr txBox="1">
            <a:spLocks noGrp="1"/>
          </p:cNvSpPr>
          <p:nvPr>
            <p:ph type="subTitle" idx="5"/>
          </p:nvPr>
        </p:nvSpPr>
        <p:spPr>
          <a:xfrm>
            <a:off x="2404500" y="1572850"/>
            <a:ext cx="4335300" cy="38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1" name="Google Shape;431;p31"/>
          <p:cNvSpPr txBox="1">
            <a:spLocks noGrp="1"/>
          </p:cNvSpPr>
          <p:nvPr>
            <p:ph type="body" idx="6"/>
          </p:nvPr>
        </p:nvSpPr>
        <p:spPr>
          <a:xfrm>
            <a:off x="2404375" y="1956725"/>
            <a:ext cx="4335300" cy="623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914400" lvl="1" indent="-3048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432" name="Google Shape;432;p31"/>
          <p:cNvSpPr txBox="1">
            <a:spLocks noGrp="1"/>
          </p:cNvSpPr>
          <p:nvPr>
            <p:ph type="title" idx="7"/>
          </p:nvPr>
        </p:nvSpPr>
        <p:spPr>
          <a:xfrm>
            <a:off x="1218500" y="2679600"/>
            <a:ext cx="3025500" cy="489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433" name="Google Shape;433;p31"/>
          <p:cNvSpPr txBox="1">
            <a:spLocks noGrp="1"/>
          </p:cNvSpPr>
          <p:nvPr>
            <p:ph type="title" idx="8"/>
          </p:nvPr>
        </p:nvSpPr>
        <p:spPr>
          <a:xfrm>
            <a:off x="4900025" y="2679600"/>
            <a:ext cx="3025500" cy="489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434" name="Google Shape;434;p31"/>
          <p:cNvSpPr txBox="1">
            <a:spLocks noGrp="1"/>
          </p:cNvSpPr>
          <p:nvPr>
            <p:ph type="subTitle" idx="9"/>
          </p:nvPr>
        </p:nvSpPr>
        <p:spPr>
          <a:xfrm>
            <a:off x="2404500" y="3321900"/>
            <a:ext cx="4335300" cy="38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5" name="Google Shape;435;p31"/>
          <p:cNvSpPr txBox="1">
            <a:spLocks noGrp="1"/>
          </p:cNvSpPr>
          <p:nvPr>
            <p:ph type="body" idx="13"/>
          </p:nvPr>
        </p:nvSpPr>
        <p:spPr>
          <a:xfrm>
            <a:off x="2404375" y="3705777"/>
            <a:ext cx="4335300" cy="623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914400" lvl="1" indent="-3048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comparison">
  <p:cSld name="TITLE_AND_TWO_COLUMNS_1">
    <p:spTree>
      <p:nvGrpSpPr>
        <p:cNvPr id="1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7" name="Google Shape;437;p32"/>
          <p:cNvGrpSpPr/>
          <p:nvPr/>
        </p:nvGrpSpPr>
        <p:grpSpPr>
          <a:xfrm>
            <a:off x="0" y="455100"/>
            <a:ext cx="9144000" cy="4519401"/>
            <a:chOff x="0" y="455100"/>
            <a:chExt cx="9144000" cy="4519401"/>
          </a:xfrm>
        </p:grpSpPr>
        <p:sp>
          <p:nvSpPr>
            <p:cNvPr id="438" name="Google Shape;438;p32"/>
            <p:cNvSpPr/>
            <p:nvPr/>
          </p:nvSpPr>
          <p:spPr>
            <a:xfrm flipH="1">
              <a:off x="4560600" y="455100"/>
              <a:ext cx="4583400" cy="4231200"/>
            </a:xfrm>
            <a:prstGeom prst="round1Rect">
              <a:avLst>
                <a:gd name="adj" fmla="val 7773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9" name="Google Shape;439;p32"/>
            <p:cNvSpPr/>
            <p:nvPr/>
          </p:nvSpPr>
          <p:spPr>
            <a:xfrm>
              <a:off x="0" y="455100"/>
              <a:ext cx="4583400" cy="4231200"/>
            </a:xfrm>
            <a:prstGeom prst="round1Rect">
              <a:avLst>
                <a:gd name="adj" fmla="val 7773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0" name="Google Shape;440;p32"/>
            <p:cNvSpPr/>
            <p:nvPr/>
          </p:nvSpPr>
          <p:spPr>
            <a:xfrm>
              <a:off x="4212650" y="4256001"/>
              <a:ext cx="718800" cy="7185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41" name="Google Shape;441;p32"/>
          <p:cNvSpPr txBox="1"/>
          <p:nvPr/>
        </p:nvSpPr>
        <p:spPr>
          <a:xfrm>
            <a:off x="4212575" y="4533153"/>
            <a:ext cx="718800" cy="42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chemeClr val="accent1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rPr>
              <a:t>‹#›</a:t>
            </a:fld>
            <a:endParaRPr>
              <a:solidFill>
                <a:schemeClr val="accent1"/>
              </a:solidFill>
              <a:latin typeface="STIX Two Text Medium"/>
              <a:ea typeface="STIX Two Text Medium"/>
              <a:cs typeface="STIX Two Text Medium"/>
              <a:sym typeface="STIX Two Text Medium"/>
            </a:endParaRPr>
          </a:p>
        </p:txBody>
      </p:sp>
      <p:sp>
        <p:nvSpPr>
          <p:cNvPr id="442" name="Google Shape;442;p32"/>
          <p:cNvSpPr txBox="1">
            <a:spLocks noGrp="1"/>
          </p:cNvSpPr>
          <p:nvPr>
            <p:ph type="subTitle" idx="1"/>
          </p:nvPr>
        </p:nvSpPr>
        <p:spPr>
          <a:xfrm>
            <a:off x="366100" y="4773588"/>
            <a:ext cx="3539400" cy="282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9pPr>
          </a:lstStyle>
          <a:p>
            <a:endParaRPr/>
          </a:p>
        </p:txBody>
      </p:sp>
      <p:sp>
        <p:nvSpPr>
          <p:cNvPr id="443" name="Google Shape;443;p32"/>
          <p:cNvSpPr txBox="1">
            <a:spLocks noGrp="1"/>
          </p:cNvSpPr>
          <p:nvPr>
            <p:ph type="subTitle" idx="2"/>
          </p:nvPr>
        </p:nvSpPr>
        <p:spPr>
          <a:xfrm>
            <a:off x="5251900" y="4773588"/>
            <a:ext cx="3539400" cy="282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9pPr>
          </a:lstStyle>
          <a:p>
            <a:endParaRPr/>
          </a:p>
        </p:txBody>
      </p:sp>
      <p:sp>
        <p:nvSpPr>
          <p:cNvPr id="444" name="Google Shape;444;p32"/>
          <p:cNvSpPr txBox="1">
            <a:spLocks noGrp="1"/>
          </p:cNvSpPr>
          <p:nvPr>
            <p:ph type="subTitle" idx="3"/>
          </p:nvPr>
        </p:nvSpPr>
        <p:spPr>
          <a:xfrm rot="-5400000">
            <a:off x="-1577350" y="2403575"/>
            <a:ext cx="4226400" cy="336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5" name="Google Shape;445;p32"/>
          <p:cNvSpPr txBox="1">
            <a:spLocks noGrp="1"/>
          </p:cNvSpPr>
          <p:nvPr>
            <p:ph type="title"/>
          </p:nvPr>
        </p:nvSpPr>
        <p:spPr>
          <a:xfrm>
            <a:off x="1218500" y="1770750"/>
            <a:ext cx="3025500" cy="623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446" name="Google Shape;446;p32"/>
          <p:cNvSpPr txBox="1">
            <a:spLocks noGrp="1"/>
          </p:cNvSpPr>
          <p:nvPr>
            <p:ph type="title" idx="4"/>
          </p:nvPr>
        </p:nvSpPr>
        <p:spPr>
          <a:xfrm>
            <a:off x="1218500" y="2749050"/>
            <a:ext cx="3025500" cy="623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447" name="Google Shape;447;p32"/>
          <p:cNvSpPr txBox="1">
            <a:spLocks noGrp="1"/>
          </p:cNvSpPr>
          <p:nvPr>
            <p:ph type="subTitle" idx="5"/>
          </p:nvPr>
        </p:nvSpPr>
        <p:spPr>
          <a:xfrm>
            <a:off x="1218550" y="2457900"/>
            <a:ext cx="3025500" cy="2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8" name="Google Shape;448;p32"/>
          <p:cNvSpPr txBox="1">
            <a:spLocks noGrp="1"/>
          </p:cNvSpPr>
          <p:nvPr>
            <p:ph type="subTitle" idx="6"/>
          </p:nvPr>
        </p:nvSpPr>
        <p:spPr>
          <a:xfrm>
            <a:off x="4829450" y="1469400"/>
            <a:ext cx="3961800" cy="376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9" name="Google Shape;449;p32"/>
          <p:cNvSpPr txBox="1">
            <a:spLocks noGrp="1"/>
          </p:cNvSpPr>
          <p:nvPr>
            <p:ph type="body" idx="7"/>
          </p:nvPr>
        </p:nvSpPr>
        <p:spPr>
          <a:xfrm>
            <a:off x="4829450" y="2001499"/>
            <a:ext cx="3961800" cy="19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 with footer">
  <p:cSld name="TITLE_AND_TWO_COLUMNS_1_1">
    <p:spTree>
      <p:nvGrpSpPr>
        <p:cNvPr id="1" name="Shape 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51" name="Google Shape;451;p33"/>
          <p:cNvGrpSpPr/>
          <p:nvPr/>
        </p:nvGrpSpPr>
        <p:grpSpPr>
          <a:xfrm>
            <a:off x="0" y="455100"/>
            <a:ext cx="9144000" cy="4519401"/>
            <a:chOff x="0" y="455100"/>
            <a:chExt cx="9144000" cy="4519401"/>
          </a:xfrm>
        </p:grpSpPr>
        <p:sp>
          <p:nvSpPr>
            <p:cNvPr id="452" name="Google Shape;452;p33"/>
            <p:cNvSpPr/>
            <p:nvPr/>
          </p:nvSpPr>
          <p:spPr>
            <a:xfrm flipH="1">
              <a:off x="4560600" y="455100"/>
              <a:ext cx="4583400" cy="4231200"/>
            </a:xfrm>
            <a:prstGeom prst="round1Rect">
              <a:avLst>
                <a:gd name="adj" fmla="val 7773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3" name="Google Shape;453;p33"/>
            <p:cNvSpPr/>
            <p:nvPr/>
          </p:nvSpPr>
          <p:spPr>
            <a:xfrm>
              <a:off x="0" y="455100"/>
              <a:ext cx="4583400" cy="4231200"/>
            </a:xfrm>
            <a:prstGeom prst="round1Rect">
              <a:avLst>
                <a:gd name="adj" fmla="val 7773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4" name="Google Shape;454;p33"/>
            <p:cNvSpPr/>
            <p:nvPr/>
          </p:nvSpPr>
          <p:spPr>
            <a:xfrm>
              <a:off x="4212650" y="4256001"/>
              <a:ext cx="718800" cy="7185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55" name="Google Shape;455;p33"/>
          <p:cNvSpPr txBox="1"/>
          <p:nvPr/>
        </p:nvSpPr>
        <p:spPr>
          <a:xfrm>
            <a:off x="4212575" y="4533153"/>
            <a:ext cx="718800" cy="42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chemeClr val="accent1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rPr>
              <a:t>‹#›</a:t>
            </a:fld>
            <a:endParaRPr>
              <a:solidFill>
                <a:schemeClr val="accent1"/>
              </a:solidFill>
              <a:latin typeface="STIX Two Text Medium"/>
              <a:ea typeface="STIX Two Text Medium"/>
              <a:cs typeface="STIX Two Text Medium"/>
              <a:sym typeface="STIX Two Text Medium"/>
            </a:endParaRPr>
          </a:p>
        </p:txBody>
      </p:sp>
      <p:sp>
        <p:nvSpPr>
          <p:cNvPr id="456" name="Google Shape;456;p33"/>
          <p:cNvSpPr txBox="1">
            <a:spLocks noGrp="1"/>
          </p:cNvSpPr>
          <p:nvPr>
            <p:ph type="subTitle" idx="1"/>
          </p:nvPr>
        </p:nvSpPr>
        <p:spPr>
          <a:xfrm>
            <a:off x="366100" y="4773588"/>
            <a:ext cx="3539400" cy="282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9pPr>
          </a:lstStyle>
          <a:p>
            <a:endParaRPr/>
          </a:p>
        </p:txBody>
      </p:sp>
      <p:sp>
        <p:nvSpPr>
          <p:cNvPr id="457" name="Google Shape;457;p33"/>
          <p:cNvSpPr txBox="1">
            <a:spLocks noGrp="1"/>
          </p:cNvSpPr>
          <p:nvPr>
            <p:ph type="subTitle" idx="2"/>
          </p:nvPr>
        </p:nvSpPr>
        <p:spPr>
          <a:xfrm>
            <a:off x="5251900" y="4773588"/>
            <a:ext cx="3539400" cy="282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9pPr>
          </a:lstStyle>
          <a:p>
            <a:endParaRPr/>
          </a:p>
        </p:txBody>
      </p:sp>
      <p:sp>
        <p:nvSpPr>
          <p:cNvPr id="458" name="Google Shape;458;p33"/>
          <p:cNvSpPr txBox="1">
            <a:spLocks noGrp="1"/>
          </p:cNvSpPr>
          <p:nvPr>
            <p:ph type="ctrTitle"/>
          </p:nvPr>
        </p:nvSpPr>
        <p:spPr>
          <a:xfrm>
            <a:off x="352550" y="2171700"/>
            <a:ext cx="3219900" cy="800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Font typeface="STIX Two Text SemiBold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459" name="Google Shape;459;p33"/>
          <p:cNvSpPr txBox="1">
            <a:spLocks noGrp="1"/>
          </p:cNvSpPr>
          <p:nvPr>
            <p:ph type="subTitle" idx="3"/>
          </p:nvPr>
        </p:nvSpPr>
        <p:spPr>
          <a:xfrm>
            <a:off x="4829450" y="1625000"/>
            <a:ext cx="3961800" cy="376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0" name="Google Shape;460;p33"/>
          <p:cNvSpPr txBox="1">
            <a:spLocks noGrp="1"/>
          </p:cNvSpPr>
          <p:nvPr>
            <p:ph type="body" idx="4"/>
          </p:nvPr>
        </p:nvSpPr>
        <p:spPr>
          <a:xfrm>
            <a:off x="4829450" y="2001499"/>
            <a:ext cx="3961800" cy="19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one column text">
  <p:cSld name="TITLE_AND_TWO_COLUMNS_1_1_1">
    <p:spTree>
      <p:nvGrpSpPr>
        <p:cNvPr id="1" name="Shape 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62" name="Google Shape;462;p34"/>
          <p:cNvGrpSpPr/>
          <p:nvPr/>
        </p:nvGrpSpPr>
        <p:grpSpPr>
          <a:xfrm>
            <a:off x="0" y="455100"/>
            <a:ext cx="9144000" cy="4519401"/>
            <a:chOff x="0" y="455100"/>
            <a:chExt cx="9144000" cy="4519401"/>
          </a:xfrm>
        </p:grpSpPr>
        <p:sp>
          <p:nvSpPr>
            <p:cNvPr id="463" name="Google Shape;463;p34"/>
            <p:cNvSpPr/>
            <p:nvPr/>
          </p:nvSpPr>
          <p:spPr>
            <a:xfrm flipH="1">
              <a:off x="4560600" y="455100"/>
              <a:ext cx="4583400" cy="4231200"/>
            </a:xfrm>
            <a:prstGeom prst="round1Rect">
              <a:avLst>
                <a:gd name="adj" fmla="val 7773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4" name="Google Shape;464;p34"/>
            <p:cNvSpPr/>
            <p:nvPr/>
          </p:nvSpPr>
          <p:spPr>
            <a:xfrm>
              <a:off x="0" y="455100"/>
              <a:ext cx="4583400" cy="4231200"/>
            </a:xfrm>
            <a:prstGeom prst="round1Rect">
              <a:avLst>
                <a:gd name="adj" fmla="val 7773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5" name="Google Shape;465;p34"/>
            <p:cNvSpPr/>
            <p:nvPr/>
          </p:nvSpPr>
          <p:spPr>
            <a:xfrm>
              <a:off x="4212650" y="4256001"/>
              <a:ext cx="718800" cy="7185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66" name="Google Shape;466;p34"/>
          <p:cNvSpPr txBox="1"/>
          <p:nvPr/>
        </p:nvSpPr>
        <p:spPr>
          <a:xfrm>
            <a:off x="4212575" y="4533153"/>
            <a:ext cx="718800" cy="42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chemeClr val="accent1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rPr>
              <a:t>‹#›</a:t>
            </a:fld>
            <a:endParaRPr>
              <a:solidFill>
                <a:schemeClr val="accent1"/>
              </a:solidFill>
              <a:latin typeface="STIX Two Text Medium"/>
              <a:ea typeface="STIX Two Text Medium"/>
              <a:cs typeface="STIX Two Text Medium"/>
              <a:sym typeface="STIX Two Text Medium"/>
            </a:endParaRPr>
          </a:p>
        </p:txBody>
      </p:sp>
      <p:sp>
        <p:nvSpPr>
          <p:cNvPr id="467" name="Google Shape;467;p34"/>
          <p:cNvSpPr txBox="1">
            <a:spLocks noGrp="1"/>
          </p:cNvSpPr>
          <p:nvPr>
            <p:ph type="subTitle" idx="1"/>
          </p:nvPr>
        </p:nvSpPr>
        <p:spPr>
          <a:xfrm>
            <a:off x="4829450" y="1469400"/>
            <a:ext cx="3961800" cy="376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8" name="Google Shape;468;p34"/>
          <p:cNvSpPr txBox="1">
            <a:spLocks noGrp="1"/>
          </p:cNvSpPr>
          <p:nvPr>
            <p:ph type="body" idx="2"/>
          </p:nvPr>
        </p:nvSpPr>
        <p:spPr>
          <a:xfrm>
            <a:off x="4829450" y="2001499"/>
            <a:ext cx="3961800" cy="19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469" name="Google Shape;469;p34"/>
          <p:cNvSpPr txBox="1">
            <a:spLocks noGrp="1"/>
          </p:cNvSpPr>
          <p:nvPr>
            <p:ph type="title"/>
          </p:nvPr>
        </p:nvSpPr>
        <p:spPr>
          <a:xfrm>
            <a:off x="311700" y="1555150"/>
            <a:ext cx="2896800" cy="2319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TIX Two Text SemiBold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TIX Two Text SemiBold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TIX Two Text SemiBold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TIX Two Text SemiBold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TIX Two Text SemiBold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TIX Two Text SemiBold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TIX Two Text SemiBold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TIX Two Text SemiBold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TIX Two Text SemiBold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ree points timeline" type="titleOnly">
  <p:cSld name="TITLE_ONLY">
    <p:spTree>
      <p:nvGrpSpPr>
        <p:cNvPr id="1" name="Shape 4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71" name="Google Shape;471;p35"/>
          <p:cNvGrpSpPr/>
          <p:nvPr/>
        </p:nvGrpSpPr>
        <p:grpSpPr>
          <a:xfrm>
            <a:off x="0" y="1"/>
            <a:ext cx="9144000" cy="4974501"/>
            <a:chOff x="0" y="0"/>
            <a:chExt cx="9144000" cy="4974501"/>
          </a:xfrm>
        </p:grpSpPr>
        <p:sp>
          <p:nvSpPr>
            <p:cNvPr id="472" name="Google Shape;472;p35"/>
            <p:cNvSpPr/>
            <p:nvPr/>
          </p:nvSpPr>
          <p:spPr>
            <a:xfrm>
              <a:off x="0" y="0"/>
              <a:ext cx="9144000" cy="46863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3" name="Google Shape;473;p35"/>
            <p:cNvSpPr/>
            <p:nvPr/>
          </p:nvSpPr>
          <p:spPr>
            <a:xfrm>
              <a:off x="4212650" y="4256001"/>
              <a:ext cx="718800" cy="7185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74" name="Google Shape;474;p35"/>
          <p:cNvSpPr txBox="1">
            <a:spLocks noGrp="1"/>
          </p:cNvSpPr>
          <p:nvPr>
            <p:ph type="subTitle" idx="1"/>
          </p:nvPr>
        </p:nvSpPr>
        <p:spPr>
          <a:xfrm>
            <a:off x="4118875" y="277175"/>
            <a:ext cx="2924100" cy="376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5" name="Google Shape;475;p35"/>
          <p:cNvSpPr txBox="1">
            <a:spLocks noGrp="1"/>
          </p:cNvSpPr>
          <p:nvPr>
            <p:ph type="body" idx="2"/>
          </p:nvPr>
        </p:nvSpPr>
        <p:spPr>
          <a:xfrm>
            <a:off x="4118875" y="653675"/>
            <a:ext cx="2924100" cy="758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476" name="Google Shape;476;p3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77" name="Google Shape;477;p35"/>
          <p:cNvSpPr txBox="1"/>
          <p:nvPr/>
        </p:nvSpPr>
        <p:spPr>
          <a:xfrm>
            <a:off x="4212575" y="4533153"/>
            <a:ext cx="718800" cy="42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chemeClr val="accent1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rPr>
              <a:t>‹#›</a:t>
            </a:fld>
            <a:endParaRPr>
              <a:solidFill>
                <a:schemeClr val="accent1"/>
              </a:solidFill>
              <a:latin typeface="STIX Two Text Medium"/>
              <a:ea typeface="STIX Two Text Medium"/>
              <a:cs typeface="STIX Two Text Medium"/>
              <a:sym typeface="STIX Two Text Medium"/>
            </a:endParaRPr>
          </a:p>
        </p:txBody>
      </p:sp>
      <p:sp>
        <p:nvSpPr>
          <p:cNvPr id="478" name="Google Shape;478;p35"/>
          <p:cNvSpPr txBox="1">
            <a:spLocks noGrp="1"/>
          </p:cNvSpPr>
          <p:nvPr>
            <p:ph type="subTitle" idx="3"/>
          </p:nvPr>
        </p:nvSpPr>
        <p:spPr>
          <a:xfrm>
            <a:off x="366100" y="4773588"/>
            <a:ext cx="3539400" cy="282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9pPr>
          </a:lstStyle>
          <a:p>
            <a:endParaRPr/>
          </a:p>
        </p:txBody>
      </p:sp>
      <p:sp>
        <p:nvSpPr>
          <p:cNvPr id="479" name="Google Shape;479;p35"/>
          <p:cNvSpPr txBox="1">
            <a:spLocks noGrp="1"/>
          </p:cNvSpPr>
          <p:nvPr>
            <p:ph type="subTitle" idx="4"/>
          </p:nvPr>
        </p:nvSpPr>
        <p:spPr>
          <a:xfrm>
            <a:off x="5251900" y="4773588"/>
            <a:ext cx="3539400" cy="282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9pPr>
          </a:lstStyle>
          <a:p>
            <a:endParaRPr/>
          </a:p>
        </p:txBody>
      </p:sp>
      <p:sp>
        <p:nvSpPr>
          <p:cNvPr id="480" name="Google Shape;480;p35"/>
          <p:cNvSpPr/>
          <p:nvPr/>
        </p:nvSpPr>
        <p:spPr>
          <a:xfrm>
            <a:off x="0" y="0"/>
            <a:ext cx="9143625" cy="4449575"/>
          </a:xfrm>
          <a:custGeom>
            <a:avLst/>
            <a:gdLst/>
            <a:ahLst/>
            <a:cxnLst/>
            <a:rect l="l" t="t" r="r" b="b"/>
            <a:pathLst>
              <a:path w="365745" h="177983" extrusionOk="0">
                <a:moveTo>
                  <a:pt x="0" y="177983"/>
                </a:moveTo>
                <a:lnTo>
                  <a:pt x="168557" y="177965"/>
                </a:lnTo>
                <a:lnTo>
                  <a:pt x="365745" y="0"/>
                </a:lnTo>
              </a:path>
            </a:pathLst>
          </a:cu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481" name="Google Shape;481;p35"/>
          <p:cNvSpPr txBox="1">
            <a:spLocks noGrp="1"/>
          </p:cNvSpPr>
          <p:nvPr>
            <p:ph type="body" idx="5"/>
          </p:nvPr>
        </p:nvSpPr>
        <p:spPr>
          <a:xfrm>
            <a:off x="366100" y="3419950"/>
            <a:ext cx="2924100" cy="758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482" name="Google Shape;482;p35"/>
          <p:cNvSpPr txBox="1">
            <a:spLocks noGrp="1"/>
          </p:cNvSpPr>
          <p:nvPr>
            <p:ph type="subTitle" idx="6"/>
          </p:nvPr>
        </p:nvSpPr>
        <p:spPr>
          <a:xfrm>
            <a:off x="2242500" y="1816000"/>
            <a:ext cx="2924100" cy="376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3" name="Google Shape;483;p35"/>
          <p:cNvSpPr txBox="1">
            <a:spLocks noGrp="1"/>
          </p:cNvSpPr>
          <p:nvPr>
            <p:ph type="body" idx="7"/>
          </p:nvPr>
        </p:nvSpPr>
        <p:spPr>
          <a:xfrm>
            <a:off x="2242500" y="2192500"/>
            <a:ext cx="2924100" cy="758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484" name="Google Shape;484;p35"/>
          <p:cNvSpPr txBox="1">
            <a:spLocks noGrp="1"/>
          </p:cNvSpPr>
          <p:nvPr>
            <p:ph type="subTitle" idx="8"/>
          </p:nvPr>
        </p:nvSpPr>
        <p:spPr>
          <a:xfrm>
            <a:off x="366100" y="3043450"/>
            <a:ext cx="2924100" cy="376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points timeline">
  <p:cSld name="TITLE_ONLY_1">
    <p:spTree>
      <p:nvGrpSpPr>
        <p:cNvPr id="1" name="Shape 4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86" name="Google Shape;486;p36"/>
          <p:cNvGrpSpPr/>
          <p:nvPr/>
        </p:nvGrpSpPr>
        <p:grpSpPr>
          <a:xfrm>
            <a:off x="0" y="1"/>
            <a:ext cx="9144000" cy="4974501"/>
            <a:chOff x="0" y="0"/>
            <a:chExt cx="9144000" cy="4974501"/>
          </a:xfrm>
        </p:grpSpPr>
        <p:sp>
          <p:nvSpPr>
            <p:cNvPr id="487" name="Google Shape;487;p36"/>
            <p:cNvSpPr/>
            <p:nvPr/>
          </p:nvSpPr>
          <p:spPr>
            <a:xfrm>
              <a:off x="0" y="0"/>
              <a:ext cx="9144000" cy="46863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8" name="Google Shape;488;p36"/>
            <p:cNvSpPr/>
            <p:nvPr/>
          </p:nvSpPr>
          <p:spPr>
            <a:xfrm>
              <a:off x="4212650" y="4256001"/>
              <a:ext cx="718800" cy="7185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89" name="Google Shape;489;p3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90" name="Google Shape;490;p36"/>
          <p:cNvSpPr txBox="1"/>
          <p:nvPr/>
        </p:nvSpPr>
        <p:spPr>
          <a:xfrm>
            <a:off x="4212575" y="4533153"/>
            <a:ext cx="718800" cy="42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chemeClr val="accent1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rPr>
              <a:t>‹#›</a:t>
            </a:fld>
            <a:endParaRPr>
              <a:solidFill>
                <a:schemeClr val="accent1"/>
              </a:solidFill>
              <a:latin typeface="STIX Two Text Medium"/>
              <a:ea typeface="STIX Two Text Medium"/>
              <a:cs typeface="STIX Two Text Medium"/>
              <a:sym typeface="STIX Two Text Medium"/>
            </a:endParaRPr>
          </a:p>
        </p:txBody>
      </p:sp>
      <p:sp>
        <p:nvSpPr>
          <p:cNvPr id="491" name="Google Shape;491;p36"/>
          <p:cNvSpPr txBox="1">
            <a:spLocks noGrp="1"/>
          </p:cNvSpPr>
          <p:nvPr>
            <p:ph type="subTitle" idx="1"/>
          </p:nvPr>
        </p:nvSpPr>
        <p:spPr>
          <a:xfrm>
            <a:off x="366100" y="4773588"/>
            <a:ext cx="3539400" cy="282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9pPr>
          </a:lstStyle>
          <a:p>
            <a:endParaRPr/>
          </a:p>
        </p:txBody>
      </p:sp>
      <p:sp>
        <p:nvSpPr>
          <p:cNvPr id="492" name="Google Shape;492;p36"/>
          <p:cNvSpPr txBox="1">
            <a:spLocks noGrp="1"/>
          </p:cNvSpPr>
          <p:nvPr>
            <p:ph type="subTitle" idx="2"/>
          </p:nvPr>
        </p:nvSpPr>
        <p:spPr>
          <a:xfrm>
            <a:off x="5251900" y="4773588"/>
            <a:ext cx="3539400" cy="282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9pPr>
          </a:lstStyle>
          <a:p>
            <a:endParaRPr/>
          </a:p>
        </p:txBody>
      </p:sp>
      <p:sp>
        <p:nvSpPr>
          <p:cNvPr id="493" name="Google Shape;493;p36"/>
          <p:cNvSpPr txBox="1">
            <a:spLocks noGrp="1"/>
          </p:cNvSpPr>
          <p:nvPr>
            <p:ph type="subTitle" idx="3"/>
          </p:nvPr>
        </p:nvSpPr>
        <p:spPr>
          <a:xfrm>
            <a:off x="4118875" y="277175"/>
            <a:ext cx="2924100" cy="376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4" name="Google Shape;494;p36"/>
          <p:cNvSpPr txBox="1">
            <a:spLocks noGrp="1"/>
          </p:cNvSpPr>
          <p:nvPr>
            <p:ph type="body" idx="4"/>
          </p:nvPr>
        </p:nvSpPr>
        <p:spPr>
          <a:xfrm>
            <a:off x="4118875" y="653675"/>
            <a:ext cx="2924100" cy="758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495" name="Google Shape;495;p36"/>
          <p:cNvSpPr/>
          <p:nvPr/>
        </p:nvSpPr>
        <p:spPr>
          <a:xfrm flipH="1">
            <a:off x="0" y="0"/>
            <a:ext cx="9143625" cy="4449575"/>
          </a:xfrm>
          <a:custGeom>
            <a:avLst/>
            <a:gdLst/>
            <a:ahLst/>
            <a:cxnLst/>
            <a:rect l="l" t="t" r="r" b="b"/>
            <a:pathLst>
              <a:path w="365745" h="177983" extrusionOk="0">
                <a:moveTo>
                  <a:pt x="0" y="177983"/>
                </a:moveTo>
                <a:lnTo>
                  <a:pt x="168557" y="177965"/>
                </a:lnTo>
                <a:lnTo>
                  <a:pt x="365745" y="0"/>
                </a:lnTo>
              </a:path>
            </a:pathLst>
          </a:cu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496" name="Google Shape;496;p36"/>
          <p:cNvSpPr txBox="1">
            <a:spLocks noGrp="1"/>
          </p:cNvSpPr>
          <p:nvPr>
            <p:ph type="subTitle" idx="5"/>
          </p:nvPr>
        </p:nvSpPr>
        <p:spPr>
          <a:xfrm>
            <a:off x="5953000" y="3043450"/>
            <a:ext cx="2924100" cy="376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7" name="Google Shape;497;p36"/>
          <p:cNvSpPr txBox="1">
            <a:spLocks noGrp="1"/>
          </p:cNvSpPr>
          <p:nvPr>
            <p:ph type="body" idx="6"/>
          </p:nvPr>
        </p:nvSpPr>
        <p:spPr>
          <a:xfrm>
            <a:off x="5953000" y="3419950"/>
            <a:ext cx="2924100" cy="758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TITLE_ONLY_1_1">
    <p:spTree>
      <p:nvGrpSpPr>
        <p:cNvPr id="1" name="Shape 4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9" name="Google Shape;499;p37"/>
          <p:cNvGrpSpPr/>
          <p:nvPr/>
        </p:nvGrpSpPr>
        <p:grpSpPr>
          <a:xfrm>
            <a:off x="0" y="1"/>
            <a:ext cx="9144000" cy="4974501"/>
            <a:chOff x="0" y="0"/>
            <a:chExt cx="9144000" cy="4974501"/>
          </a:xfrm>
        </p:grpSpPr>
        <p:sp>
          <p:nvSpPr>
            <p:cNvPr id="500" name="Google Shape;500;p37"/>
            <p:cNvSpPr/>
            <p:nvPr/>
          </p:nvSpPr>
          <p:spPr>
            <a:xfrm>
              <a:off x="0" y="0"/>
              <a:ext cx="9144000" cy="46863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1" name="Google Shape;501;p37"/>
            <p:cNvSpPr/>
            <p:nvPr/>
          </p:nvSpPr>
          <p:spPr>
            <a:xfrm>
              <a:off x="4212650" y="4256001"/>
              <a:ext cx="718800" cy="7185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02" name="Google Shape;502;p3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03" name="Google Shape;503;p37"/>
          <p:cNvSpPr txBox="1"/>
          <p:nvPr/>
        </p:nvSpPr>
        <p:spPr>
          <a:xfrm>
            <a:off x="4212575" y="4533153"/>
            <a:ext cx="718800" cy="42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chemeClr val="accent1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rPr>
              <a:t>‹#›</a:t>
            </a:fld>
            <a:endParaRPr>
              <a:solidFill>
                <a:schemeClr val="accent1"/>
              </a:solidFill>
              <a:latin typeface="STIX Two Text Medium"/>
              <a:ea typeface="STIX Two Text Medium"/>
              <a:cs typeface="STIX Two Text Medium"/>
              <a:sym typeface="STIX Two Text Medium"/>
            </a:endParaRPr>
          </a:p>
        </p:txBody>
      </p:sp>
      <p:cxnSp>
        <p:nvCxnSpPr>
          <p:cNvPr id="504" name="Google Shape;504;p37"/>
          <p:cNvCxnSpPr/>
          <p:nvPr/>
        </p:nvCxnSpPr>
        <p:spPr>
          <a:xfrm>
            <a:off x="4050" y="3613075"/>
            <a:ext cx="5897700" cy="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05" name="Google Shape;505;p37"/>
          <p:cNvSpPr txBox="1">
            <a:spLocks noGrp="1"/>
          </p:cNvSpPr>
          <p:nvPr>
            <p:ph type="body" idx="1"/>
          </p:nvPr>
        </p:nvSpPr>
        <p:spPr>
          <a:xfrm>
            <a:off x="5953000" y="3419950"/>
            <a:ext cx="2924100" cy="758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 only">
  <p:cSld name="TITLE_ONLY_1_1_1">
    <p:spTree>
      <p:nvGrpSpPr>
        <p:cNvPr id="1" name="Shape 5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07" name="Google Shape;507;p38"/>
          <p:cNvGrpSpPr/>
          <p:nvPr/>
        </p:nvGrpSpPr>
        <p:grpSpPr>
          <a:xfrm>
            <a:off x="0" y="1"/>
            <a:ext cx="9144000" cy="4974501"/>
            <a:chOff x="0" y="0"/>
            <a:chExt cx="9144000" cy="4974501"/>
          </a:xfrm>
        </p:grpSpPr>
        <p:sp>
          <p:nvSpPr>
            <p:cNvPr id="508" name="Google Shape;508;p38"/>
            <p:cNvSpPr/>
            <p:nvPr/>
          </p:nvSpPr>
          <p:spPr>
            <a:xfrm>
              <a:off x="0" y="0"/>
              <a:ext cx="9144000" cy="46863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9" name="Google Shape;509;p38"/>
            <p:cNvSpPr/>
            <p:nvPr/>
          </p:nvSpPr>
          <p:spPr>
            <a:xfrm>
              <a:off x="4212650" y="4256001"/>
              <a:ext cx="718800" cy="7185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10" name="Google Shape;510;p3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11" name="Google Shape;511;p38"/>
          <p:cNvSpPr txBox="1"/>
          <p:nvPr/>
        </p:nvSpPr>
        <p:spPr>
          <a:xfrm>
            <a:off x="4212575" y="4533153"/>
            <a:ext cx="718800" cy="42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chemeClr val="accent1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rPr>
              <a:t>‹#›</a:t>
            </a:fld>
            <a:endParaRPr>
              <a:solidFill>
                <a:schemeClr val="accent1"/>
              </a:solidFill>
              <a:latin typeface="STIX Two Text Medium"/>
              <a:ea typeface="STIX Two Text Medium"/>
              <a:cs typeface="STIX Two Text Medium"/>
              <a:sym typeface="STIX Two Text Medium"/>
            </a:endParaRPr>
          </a:p>
        </p:txBody>
      </p:sp>
      <p:sp>
        <p:nvSpPr>
          <p:cNvPr id="512" name="Google Shape;512;p38"/>
          <p:cNvSpPr>
            <a:spLocks noGrp="1"/>
          </p:cNvSpPr>
          <p:nvPr>
            <p:ph type="pic" idx="2"/>
          </p:nvPr>
        </p:nvSpPr>
        <p:spPr>
          <a:xfrm>
            <a:off x="457200" y="409650"/>
            <a:ext cx="8229600" cy="38442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 grid">
  <p:cSld name="TITLE_ONLY_1_1_1_1">
    <p:spTree>
      <p:nvGrpSpPr>
        <p:cNvPr id="1" name="Shape 5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4" name="Google Shape;514;p39"/>
          <p:cNvGrpSpPr/>
          <p:nvPr/>
        </p:nvGrpSpPr>
        <p:grpSpPr>
          <a:xfrm>
            <a:off x="0" y="1"/>
            <a:ext cx="9144000" cy="4974501"/>
            <a:chOff x="0" y="0"/>
            <a:chExt cx="9144000" cy="4974501"/>
          </a:xfrm>
        </p:grpSpPr>
        <p:sp>
          <p:nvSpPr>
            <p:cNvPr id="515" name="Google Shape;515;p39"/>
            <p:cNvSpPr/>
            <p:nvPr/>
          </p:nvSpPr>
          <p:spPr>
            <a:xfrm>
              <a:off x="0" y="0"/>
              <a:ext cx="9144000" cy="46863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6" name="Google Shape;516;p39"/>
            <p:cNvSpPr/>
            <p:nvPr/>
          </p:nvSpPr>
          <p:spPr>
            <a:xfrm>
              <a:off x="4212650" y="4256001"/>
              <a:ext cx="718800" cy="7185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17" name="Google Shape;517;p3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18" name="Google Shape;518;p39"/>
          <p:cNvSpPr txBox="1"/>
          <p:nvPr/>
        </p:nvSpPr>
        <p:spPr>
          <a:xfrm>
            <a:off x="4212575" y="4533153"/>
            <a:ext cx="718800" cy="42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chemeClr val="accent1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rPr>
              <a:t>‹#›</a:t>
            </a:fld>
            <a:endParaRPr>
              <a:solidFill>
                <a:schemeClr val="accent1"/>
              </a:solidFill>
              <a:latin typeface="STIX Two Text Medium"/>
              <a:ea typeface="STIX Two Text Medium"/>
              <a:cs typeface="STIX Two Text Medium"/>
              <a:sym typeface="STIX Two Text Medium"/>
            </a:endParaRPr>
          </a:p>
        </p:txBody>
      </p:sp>
      <p:sp>
        <p:nvSpPr>
          <p:cNvPr id="519" name="Google Shape;519;p39"/>
          <p:cNvSpPr>
            <a:spLocks noGrp="1"/>
          </p:cNvSpPr>
          <p:nvPr>
            <p:ph type="pic" idx="2"/>
          </p:nvPr>
        </p:nvSpPr>
        <p:spPr>
          <a:xfrm>
            <a:off x="457200" y="1013475"/>
            <a:ext cx="2652900" cy="1020900"/>
          </a:xfrm>
          <a:prstGeom prst="rect">
            <a:avLst/>
          </a:prstGeom>
          <a:noFill/>
          <a:ln>
            <a:noFill/>
          </a:ln>
        </p:spPr>
      </p:sp>
      <p:sp>
        <p:nvSpPr>
          <p:cNvPr id="520" name="Google Shape;520;p39"/>
          <p:cNvSpPr>
            <a:spLocks noGrp="1"/>
          </p:cNvSpPr>
          <p:nvPr>
            <p:ph type="pic" idx="3"/>
          </p:nvPr>
        </p:nvSpPr>
        <p:spPr>
          <a:xfrm>
            <a:off x="3245513" y="1013475"/>
            <a:ext cx="2652900" cy="1020900"/>
          </a:xfrm>
          <a:prstGeom prst="rect">
            <a:avLst/>
          </a:prstGeom>
          <a:noFill/>
          <a:ln>
            <a:noFill/>
          </a:ln>
        </p:spPr>
      </p:sp>
      <p:sp>
        <p:nvSpPr>
          <p:cNvPr id="521" name="Google Shape;521;p39"/>
          <p:cNvSpPr>
            <a:spLocks noGrp="1"/>
          </p:cNvSpPr>
          <p:nvPr>
            <p:ph type="pic" idx="4"/>
          </p:nvPr>
        </p:nvSpPr>
        <p:spPr>
          <a:xfrm>
            <a:off x="6033825" y="1013475"/>
            <a:ext cx="2652900" cy="1020900"/>
          </a:xfrm>
          <a:prstGeom prst="rect">
            <a:avLst/>
          </a:prstGeom>
          <a:noFill/>
          <a:ln>
            <a:noFill/>
          </a:ln>
        </p:spPr>
      </p:sp>
      <p:sp>
        <p:nvSpPr>
          <p:cNvPr id="522" name="Google Shape;522;p39"/>
          <p:cNvSpPr txBox="1">
            <a:spLocks noGrp="1"/>
          </p:cNvSpPr>
          <p:nvPr>
            <p:ph type="title"/>
          </p:nvPr>
        </p:nvSpPr>
        <p:spPr>
          <a:xfrm>
            <a:off x="366100" y="246950"/>
            <a:ext cx="8411700" cy="623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523" name="Google Shape;523;p39"/>
          <p:cNvSpPr>
            <a:spLocks noGrp="1"/>
          </p:cNvSpPr>
          <p:nvPr>
            <p:ph type="pic" idx="5"/>
          </p:nvPr>
        </p:nvSpPr>
        <p:spPr>
          <a:xfrm>
            <a:off x="457200" y="2174925"/>
            <a:ext cx="2652900" cy="1020900"/>
          </a:xfrm>
          <a:prstGeom prst="rect">
            <a:avLst/>
          </a:prstGeom>
          <a:noFill/>
          <a:ln>
            <a:noFill/>
          </a:ln>
        </p:spPr>
      </p:sp>
      <p:sp>
        <p:nvSpPr>
          <p:cNvPr id="524" name="Google Shape;524;p39"/>
          <p:cNvSpPr>
            <a:spLocks noGrp="1"/>
          </p:cNvSpPr>
          <p:nvPr>
            <p:ph type="pic" idx="6"/>
          </p:nvPr>
        </p:nvSpPr>
        <p:spPr>
          <a:xfrm>
            <a:off x="3245513" y="2174925"/>
            <a:ext cx="2652900" cy="1020900"/>
          </a:xfrm>
          <a:prstGeom prst="rect">
            <a:avLst/>
          </a:prstGeom>
          <a:noFill/>
          <a:ln>
            <a:noFill/>
          </a:ln>
        </p:spPr>
      </p:sp>
      <p:sp>
        <p:nvSpPr>
          <p:cNvPr id="525" name="Google Shape;525;p39"/>
          <p:cNvSpPr>
            <a:spLocks noGrp="1"/>
          </p:cNvSpPr>
          <p:nvPr>
            <p:ph type="pic" idx="7"/>
          </p:nvPr>
        </p:nvSpPr>
        <p:spPr>
          <a:xfrm>
            <a:off x="6033825" y="2174925"/>
            <a:ext cx="2652900" cy="1020900"/>
          </a:xfrm>
          <a:prstGeom prst="rect">
            <a:avLst/>
          </a:prstGeom>
          <a:noFill/>
          <a:ln>
            <a:noFill/>
          </a:ln>
        </p:spPr>
      </p:sp>
      <p:sp>
        <p:nvSpPr>
          <p:cNvPr id="526" name="Google Shape;526;p39"/>
          <p:cNvSpPr>
            <a:spLocks noGrp="1"/>
          </p:cNvSpPr>
          <p:nvPr>
            <p:ph type="pic" idx="8"/>
          </p:nvPr>
        </p:nvSpPr>
        <p:spPr>
          <a:xfrm>
            <a:off x="457200" y="3336375"/>
            <a:ext cx="2652900" cy="1020900"/>
          </a:xfrm>
          <a:prstGeom prst="rect">
            <a:avLst/>
          </a:prstGeom>
          <a:noFill/>
          <a:ln>
            <a:noFill/>
          </a:ln>
        </p:spPr>
      </p:sp>
      <p:sp>
        <p:nvSpPr>
          <p:cNvPr id="527" name="Google Shape;527;p39"/>
          <p:cNvSpPr>
            <a:spLocks noGrp="1"/>
          </p:cNvSpPr>
          <p:nvPr>
            <p:ph type="pic" idx="9"/>
          </p:nvPr>
        </p:nvSpPr>
        <p:spPr>
          <a:xfrm>
            <a:off x="3245513" y="3336375"/>
            <a:ext cx="2652900" cy="1020900"/>
          </a:xfrm>
          <a:prstGeom prst="rect">
            <a:avLst/>
          </a:prstGeom>
          <a:noFill/>
          <a:ln>
            <a:noFill/>
          </a:ln>
        </p:spPr>
      </p:sp>
      <p:sp>
        <p:nvSpPr>
          <p:cNvPr id="528" name="Google Shape;528;p39"/>
          <p:cNvSpPr>
            <a:spLocks noGrp="1"/>
          </p:cNvSpPr>
          <p:nvPr>
            <p:ph type="pic" idx="13"/>
          </p:nvPr>
        </p:nvSpPr>
        <p:spPr>
          <a:xfrm>
            <a:off x="6033825" y="3336375"/>
            <a:ext cx="2652900" cy="10209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87">
          <p15:clr>
            <a:srgbClr val="E46962"/>
          </p15:clr>
        </p15:guide>
      </p15:sldGuideLst>
    </p:ext>
  </p:extLs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Review">
  <p:cSld name="CUSTOM_2">
    <p:spTree>
      <p:nvGrpSpPr>
        <p:cNvPr id="1" name="Shape 5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30" name="Google Shape;530;p40"/>
          <p:cNvGrpSpPr/>
          <p:nvPr/>
        </p:nvGrpSpPr>
        <p:grpSpPr>
          <a:xfrm>
            <a:off x="0" y="455100"/>
            <a:ext cx="9144000" cy="4519401"/>
            <a:chOff x="0" y="455100"/>
            <a:chExt cx="9144000" cy="4519401"/>
          </a:xfrm>
        </p:grpSpPr>
        <p:sp>
          <p:nvSpPr>
            <p:cNvPr id="531" name="Google Shape;531;p40"/>
            <p:cNvSpPr/>
            <p:nvPr/>
          </p:nvSpPr>
          <p:spPr>
            <a:xfrm flipH="1">
              <a:off x="4560600" y="455100"/>
              <a:ext cx="4583400" cy="4231200"/>
            </a:xfrm>
            <a:prstGeom prst="round1Rect">
              <a:avLst>
                <a:gd name="adj" fmla="val 7773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2" name="Google Shape;532;p40"/>
            <p:cNvSpPr/>
            <p:nvPr/>
          </p:nvSpPr>
          <p:spPr>
            <a:xfrm>
              <a:off x="0" y="455100"/>
              <a:ext cx="4583400" cy="4231200"/>
            </a:xfrm>
            <a:prstGeom prst="round1Rect">
              <a:avLst>
                <a:gd name="adj" fmla="val 7773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3" name="Google Shape;533;p40"/>
            <p:cNvSpPr/>
            <p:nvPr/>
          </p:nvSpPr>
          <p:spPr>
            <a:xfrm>
              <a:off x="4212650" y="4256001"/>
              <a:ext cx="718800" cy="7185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34" name="Google Shape;534;p40"/>
          <p:cNvSpPr txBox="1"/>
          <p:nvPr/>
        </p:nvSpPr>
        <p:spPr>
          <a:xfrm>
            <a:off x="4212575" y="4533153"/>
            <a:ext cx="718800" cy="42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chemeClr val="accent1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rPr>
              <a:t>‹#›</a:t>
            </a:fld>
            <a:endParaRPr>
              <a:solidFill>
                <a:schemeClr val="accent1"/>
              </a:solidFill>
              <a:latin typeface="STIX Two Text Medium"/>
              <a:ea typeface="STIX Two Text Medium"/>
              <a:cs typeface="STIX Two Text Medium"/>
              <a:sym typeface="STIX Two Text Medium"/>
            </a:endParaRPr>
          </a:p>
        </p:txBody>
      </p:sp>
      <p:sp>
        <p:nvSpPr>
          <p:cNvPr id="535" name="Google Shape;535;p40"/>
          <p:cNvSpPr/>
          <p:nvPr/>
        </p:nvSpPr>
        <p:spPr>
          <a:xfrm>
            <a:off x="4931375" y="1662400"/>
            <a:ext cx="3755400" cy="2696100"/>
          </a:xfrm>
          <a:prstGeom prst="roundRect">
            <a:avLst>
              <a:gd name="adj" fmla="val 9698"/>
            </a:avLst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6" name="Google Shape;536;p40"/>
          <p:cNvSpPr txBox="1">
            <a:spLocks noGrp="1"/>
          </p:cNvSpPr>
          <p:nvPr>
            <p:ph type="subTitle" idx="1"/>
          </p:nvPr>
        </p:nvSpPr>
        <p:spPr>
          <a:xfrm>
            <a:off x="366100" y="4773588"/>
            <a:ext cx="3539400" cy="282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9pPr>
          </a:lstStyle>
          <a:p>
            <a:endParaRPr/>
          </a:p>
        </p:txBody>
      </p:sp>
      <p:sp>
        <p:nvSpPr>
          <p:cNvPr id="537" name="Google Shape;537;p40"/>
          <p:cNvSpPr txBox="1">
            <a:spLocks noGrp="1"/>
          </p:cNvSpPr>
          <p:nvPr>
            <p:ph type="subTitle" idx="2"/>
          </p:nvPr>
        </p:nvSpPr>
        <p:spPr>
          <a:xfrm>
            <a:off x="5251900" y="4773588"/>
            <a:ext cx="3539400" cy="282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9pPr>
          </a:lstStyle>
          <a:p>
            <a:endParaRPr/>
          </a:p>
        </p:txBody>
      </p:sp>
      <p:sp>
        <p:nvSpPr>
          <p:cNvPr id="538" name="Google Shape;538;p40"/>
          <p:cNvSpPr txBox="1">
            <a:spLocks noGrp="1"/>
          </p:cNvSpPr>
          <p:nvPr>
            <p:ph type="title"/>
          </p:nvPr>
        </p:nvSpPr>
        <p:spPr>
          <a:xfrm>
            <a:off x="366100" y="655945"/>
            <a:ext cx="3025500" cy="623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539" name="Google Shape;539;p40"/>
          <p:cNvSpPr txBox="1">
            <a:spLocks noGrp="1"/>
          </p:cNvSpPr>
          <p:nvPr>
            <p:ph type="title" idx="3"/>
          </p:nvPr>
        </p:nvSpPr>
        <p:spPr>
          <a:xfrm>
            <a:off x="4842350" y="655945"/>
            <a:ext cx="3025500" cy="623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540" name="Google Shape;540;p40"/>
          <p:cNvSpPr txBox="1">
            <a:spLocks noGrp="1"/>
          </p:cNvSpPr>
          <p:nvPr>
            <p:ph type="body" idx="4"/>
          </p:nvPr>
        </p:nvSpPr>
        <p:spPr>
          <a:xfrm>
            <a:off x="366100" y="1662400"/>
            <a:ext cx="3850800" cy="269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541" name="Google Shape;541;p40"/>
          <p:cNvSpPr txBox="1">
            <a:spLocks noGrp="1"/>
          </p:cNvSpPr>
          <p:nvPr>
            <p:ph type="body" idx="5"/>
          </p:nvPr>
        </p:nvSpPr>
        <p:spPr>
          <a:xfrm>
            <a:off x="5169875" y="2986175"/>
            <a:ext cx="3278400" cy="1057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542" name="Google Shape;542;p40"/>
          <p:cNvSpPr txBox="1">
            <a:spLocks noGrp="1"/>
          </p:cNvSpPr>
          <p:nvPr>
            <p:ph type="subTitle" idx="6"/>
          </p:nvPr>
        </p:nvSpPr>
        <p:spPr>
          <a:xfrm>
            <a:off x="5171425" y="2526550"/>
            <a:ext cx="3278400" cy="370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with details">
  <p:cSld name="CUSTOM_3">
    <p:bg>
      <p:bgPr>
        <a:solidFill>
          <a:schemeClr val="lt2"/>
        </a:solidFill>
        <a:effectLst/>
      </p:bgPr>
    </p:bg>
    <p:spTree>
      <p:nvGrpSpPr>
        <p:cNvPr id="1" name="Shape 5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4" name="Google Shape;544;p41"/>
          <p:cNvSpPr/>
          <p:nvPr/>
        </p:nvSpPr>
        <p:spPr>
          <a:xfrm flipH="1">
            <a:off x="343200" y="342900"/>
            <a:ext cx="8800800" cy="48006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5" name="Google Shape;545;p41"/>
          <p:cNvSpPr/>
          <p:nvPr/>
        </p:nvSpPr>
        <p:spPr>
          <a:xfrm rot="-5400000" flipH="1">
            <a:off x="343225" y="342900"/>
            <a:ext cx="745800" cy="745800"/>
          </a:xfrm>
          <a:prstGeom prst="halfFrame">
            <a:avLst>
              <a:gd name="adj1" fmla="val 21319"/>
              <a:gd name="adj2" fmla="val 21319"/>
            </a:avLst>
          </a:prstGeom>
          <a:solidFill>
            <a:schemeClr val="accent2"/>
          </a:solidFill>
          <a:ln w="1905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6" name="Google Shape;546;p41"/>
          <p:cNvSpPr/>
          <p:nvPr/>
        </p:nvSpPr>
        <p:spPr>
          <a:xfrm rot="10800000" flipH="1">
            <a:off x="343225" y="4397825"/>
            <a:ext cx="745800" cy="745800"/>
          </a:xfrm>
          <a:prstGeom prst="halfFrame">
            <a:avLst>
              <a:gd name="adj1" fmla="val 21319"/>
              <a:gd name="adj2" fmla="val 21319"/>
            </a:avLst>
          </a:prstGeom>
          <a:solidFill>
            <a:schemeClr val="accent2"/>
          </a:solidFill>
          <a:ln w="1905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547" name="Google Shape;547;p41"/>
          <p:cNvGrpSpPr/>
          <p:nvPr/>
        </p:nvGrpSpPr>
        <p:grpSpPr>
          <a:xfrm flipH="1">
            <a:off x="85800" y="76325"/>
            <a:ext cx="7808400" cy="5067300"/>
            <a:chOff x="1249800" y="76325"/>
            <a:chExt cx="7808400" cy="5067300"/>
          </a:xfrm>
        </p:grpSpPr>
        <p:cxnSp>
          <p:nvCxnSpPr>
            <p:cNvPr id="548" name="Google Shape;548;p41"/>
            <p:cNvCxnSpPr/>
            <p:nvPr/>
          </p:nvCxnSpPr>
          <p:spPr>
            <a:xfrm>
              <a:off x="1249800" y="85800"/>
              <a:ext cx="7808400" cy="0"/>
            </a:xfrm>
            <a:prstGeom prst="straightConnector1">
              <a:avLst/>
            </a:prstGeom>
            <a:noFill/>
            <a:ln w="19050" cap="flat" cmpd="sng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49" name="Google Shape;549;p41"/>
            <p:cNvCxnSpPr/>
            <p:nvPr/>
          </p:nvCxnSpPr>
          <p:spPr>
            <a:xfrm rot="10800000">
              <a:off x="9058200" y="76325"/>
              <a:ext cx="0" cy="5067300"/>
            </a:xfrm>
            <a:prstGeom prst="straightConnector1">
              <a:avLst/>
            </a:prstGeom>
            <a:noFill/>
            <a:ln w="19050" cap="flat" cmpd="sng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550" name="Google Shape;550;p41"/>
          <p:cNvGrpSpPr/>
          <p:nvPr/>
        </p:nvGrpSpPr>
        <p:grpSpPr>
          <a:xfrm flipH="1">
            <a:off x="171600" y="162125"/>
            <a:ext cx="7722600" cy="4981500"/>
            <a:chOff x="1249800" y="162125"/>
            <a:chExt cx="7722600" cy="4981500"/>
          </a:xfrm>
        </p:grpSpPr>
        <p:cxnSp>
          <p:nvCxnSpPr>
            <p:cNvPr id="551" name="Google Shape;551;p41"/>
            <p:cNvCxnSpPr/>
            <p:nvPr/>
          </p:nvCxnSpPr>
          <p:spPr>
            <a:xfrm>
              <a:off x="1249800" y="171625"/>
              <a:ext cx="7722600" cy="0"/>
            </a:xfrm>
            <a:prstGeom prst="straightConnector1">
              <a:avLst/>
            </a:prstGeom>
            <a:noFill/>
            <a:ln w="19050" cap="flat" cmpd="sng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52" name="Google Shape;552;p41"/>
            <p:cNvCxnSpPr/>
            <p:nvPr/>
          </p:nvCxnSpPr>
          <p:spPr>
            <a:xfrm rot="10800000">
              <a:off x="8972375" y="162125"/>
              <a:ext cx="0" cy="4981500"/>
            </a:xfrm>
            <a:prstGeom prst="straightConnector1">
              <a:avLst/>
            </a:prstGeom>
            <a:noFill/>
            <a:ln w="19050" cap="flat" cmpd="sng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553" name="Google Shape;553;p41"/>
          <p:cNvGrpSpPr/>
          <p:nvPr/>
        </p:nvGrpSpPr>
        <p:grpSpPr>
          <a:xfrm flipH="1">
            <a:off x="257400" y="247925"/>
            <a:ext cx="7636800" cy="4895700"/>
            <a:chOff x="1249800" y="247925"/>
            <a:chExt cx="7636800" cy="4895700"/>
          </a:xfrm>
        </p:grpSpPr>
        <p:cxnSp>
          <p:nvCxnSpPr>
            <p:cNvPr id="554" name="Google Shape;554;p41"/>
            <p:cNvCxnSpPr/>
            <p:nvPr/>
          </p:nvCxnSpPr>
          <p:spPr>
            <a:xfrm>
              <a:off x="1249800" y="257425"/>
              <a:ext cx="7636800" cy="0"/>
            </a:xfrm>
            <a:prstGeom prst="straightConnector1">
              <a:avLst/>
            </a:prstGeom>
            <a:noFill/>
            <a:ln w="19050" cap="flat" cmpd="sng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55" name="Google Shape;555;p41"/>
            <p:cNvCxnSpPr/>
            <p:nvPr/>
          </p:nvCxnSpPr>
          <p:spPr>
            <a:xfrm rot="10800000">
              <a:off x="8886575" y="247925"/>
              <a:ext cx="0" cy="4895700"/>
            </a:xfrm>
            <a:prstGeom prst="straightConnector1">
              <a:avLst/>
            </a:prstGeom>
            <a:noFill/>
            <a:ln w="19050" cap="flat" cmpd="sng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556" name="Google Shape;556;p41"/>
          <p:cNvSpPr txBox="1">
            <a:spLocks noGrp="1"/>
          </p:cNvSpPr>
          <p:nvPr>
            <p:ph type="ctrTitle"/>
          </p:nvPr>
        </p:nvSpPr>
        <p:spPr>
          <a:xfrm>
            <a:off x="1375800" y="1703150"/>
            <a:ext cx="5485800" cy="173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Font typeface="STIX Two Text SemiBold"/>
              <a:buNone/>
              <a:defRPr sz="4800">
                <a:solidFill>
                  <a:schemeClr val="accen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None/>
              <a:defRPr sz="4800">
                <a:solidFill>
                  <a:schemeClr val="accent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None/>
              <a:defRPr sz="4800">
                <a:solidFill>
                  <a:schemeClr val="accent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None/>
              <a:defRPr sz="4800">
                <a:solidFill>
                  <a:schemeClr val="accent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None/>
              <a:defRPr sz="4800">
                <a:solidFill>
                  <a:schemeClr val="accent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None/>
              <a:defRPr sz="4800">
                <a:solidFill>
                  <a:schemeClr val="accent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None/>
              <a:defRPr sz="4800">
                <a:solidFill>
                  <a:schemeClr val="accent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None/>
              <a:defRPr sz="4800">
                <a:solidFill>
                  <a:schemeClr val="accent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None/>
              <a:defRPr sz="4800">
                <a:solidFill>
                  <a:schemeClr val="accent2"/>
                </a:solidFill>
              </a:defRPr>
            </a:lvl9pPr>
          </a:lstStyle>
          <a:p>
            <a:endParaRPr/>
          </a:p>
        </p:txBody>
      </p:sp>
      <p:sp>
        <p:nvSpPr>
          <p:cNvPr id="557" name="Google Shape;557;p41"/>
          <p:cNvSpPr/>
          <p:nvPr/>
        </p:nvSpPr>
        <p:spPr>
          <a:xfrm rot="10800000">
            <a:off x="7894200" y="0"/>
            <a:ext cx="1249800" cy="5143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2"/>
              </a:solidFill>
            </a:endParaRPr>
          </a:p>
        </p:txBody>
      </p:sp>
      <p:sp>
        <p:nvSpPr>
          <p:cNvPr id="558" name="Google Shape;558;p41"/>
          <p:cNvSpPr/>
          <p:nvPr/>
        </p:nvSpPr>
        <p:spPr>
          <a:xfrm rot="10800000">
            <a:off x="8151300" y="167450"/>
            <a:ext cx="735600" cy="1890600"/>
          </a:xfrm>
          <a:prstGeom prst="plaque">
            <a:avLst>
              <a:gd name="adj" fmla="val 23940"/>
            </a:avLst>
          </a:prstGeom>
          <a:noFill/>
          <a:ln w="1905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9" name="Google Shape;559;p41"/>
          <p:cNvSpPr/>
          <p:nvPr/>
        </p:nvSpPr>
        <p:spPr>
          <a:xfrm rot="10800000">
            <a:off x="8151300" y="3088375"/>
            <a:ext cx="735600" cy="1887600"/>
          </a:xfrm>
          <a:prstGeom prst="plaque">
            <a:avLst>
              <a:gd name="adj" fmla="val 23940"/>
            </a:avLst>
          </a:prstGeom>
          <a:noFill/>
          <a:ln w="1905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0" name="Google Shape;560;p41"/>
          <p:cNvSpPr/>
          <p:nvPr/>
        </p:nvSpPr>
        <p:spPr>
          <a:xfrm rot="10800000">
            <a:off x="7997850" y="2264525"/>
            <a:ext cx="1042500" cy="635700"/>
          </a:xfrm>
          <a:prstGeom prst="hexagon">
            <a:avLst>
              <a:gd name="adj" fmla="val 40849"/>
              <a:gd name="vf" fmla="val 115470"/>
            </a:avLst>
          </a:prstGeom>
          <a:noFill/>
          <a:ln w="1905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1" name="Google Shape;561;p41"/>
          <p:cNvSpPr/>
          <p:nvPr/>
        </p:nvSpPr>
        <p:spPr>
          <a:xfrm rot="10800000">
            <a:off x="8336250" y="2399550"/>
            <a:ext cx="365700" cy="365700"/>
          </a:xfrm>
          <a:prstGeom prst="diamond">
            <a:avLst/>
          </a:prstGeom>
          <a:noFill/>
          <a:ln w="1905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2" name="Google Shape;562;p41"/>
          <p:cNvSpPr txBox="1">
            <a:spLocks noGrp="1"/>
          </p:cNvSpPr>
          <p:nvPr>
            <p:ph type="subTitle" idx="1"/>
          </p:nvPr>
        </p:nvSpPr>
        <p:spPr>
          <a:xfrm rot="5400000">
            <a:off x="7668450" y="3868125"/>
            <a:ext cx="1701300" cy="331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STIX Two Text Medium"/>
              <a:buNone/>
              <a:defRPr>
                <a:solidFill>
                  <a:schemeClr val="accent2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STIX Two Text Medium"/>
              <a:buNone/>
              <a:defRPr>
                <a:solidFill>
                  <a:schemeClr val="accent2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STIX Two Text Medium"/>
              <a:buNone/>
              <a:defRPr>
                <a:solidFill>
                  <a:schemeClr val="accent2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STIX Two Text Medium"/>
              <a:buNone/>
              <a:defRPr>
                <a:solidFill>
                  <a:schemeClr val="accent2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STIX Two Text Medium"/>
              <a:buNone/>
              <a:defRPr>
                <a:solidFill>
                  <a:schemeClr val="accent2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STIX Two Text Medium"/>
              <a:buNone/>
              <a:defRPr>
                <a:solidFill>
                  <a:schemeClr val="accent2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STIX Two Text Medium"/>
              <a:buNone/>
              <a:defRPr>
                <a:solidFill>
                  <a:schemeClr val="accent2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STIX Two Text Medium"/>
              <a:buNone/>
              <a:defRPr>
                <a:solidFill>
                  <a:schemeClr val="accent2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STIX Two Text Medium"/>
              <a:buNone/>
              <a:defRPr>
                <a:solidFill>
                  <a:schemeClr val="accent2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defRPr>
            </a:lvl9pPr>
          </a:lstStyle>
          <a:p>
            <a:endParaRPr/>
          </a:p>
        </p:txBody>
      </p:sp>
      <p:sp>
        <p:nvSpPr>
          <p:cNvPr id="563" name="Google Shape;563;p41"/>
          <p:cNvSpPr txBox="1">
            <a:spLocks noGrp="1"/>
          </p:cNvSpPr>
          <p:nvPr>
            <p:ph type="subTitle" idx="2"/>
          </p:nvPr>
        </p:nvSpPr>
        <p:spPr>
          <a:xfrm rot="5400000">
            <a:off x="7668450" y="945575"/>
            <a:ext cx="1701300" cy="331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STIX Two Text Medium"/>
              <a:buNone/>
              <a:defRPr>
                <a:solidFill>
                  <a:schemeClr val="accent2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STIX Two Text Medium"/>
              <a:buNone/>
              <a:defRPr>
                <a:solidFill>
                  <a:schemeClr val="accent2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defRPr>
            </a:lvl2pPr>
            <a:lvl3pPr lvl="2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STIX Two Text Medium"/>
              <a:buNone/>
              <a:defRPr>
                <a:solidFill>
                  <a:schemeClr val="accent2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defRPr>
            </a:lvl3pPr>
            <a:lvl4pPr lvl="3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STIX Two Text Medium"/>
              <a:buNone/>
              <a:defRPr>
                <a:solidFill>
                  <a:schemeClr val="accent2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defRPr>
            </a:lvl4pPr>
            <a:lvl5pPr lvl="4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STIX Two Text Medium"/>
              <a:buNone/>
              <a:defRPr>
                <a:solidFill>
                  <a:schemeClr val="accent2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defRPr>
            </a:lvl5pPr>
            <a:lvl6pPr lvl="5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STIX Two Text Medium"/>
              <a:buNone/>
              <a:defRPr>
                <a:solidFill>
                  <a:schemeClr val="accent2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defRPr>
            </a:lvl6pPr>
            <a:lvl7pPr lvl="6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STIX Two Text Medium"/>
              <a:buNone/>
              <a:defRPr>
                <a:solidFill>
                  <a:schemeClr val="accent2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defRPr>
            </a:lvl7pPr>
            <a:lvl8pPr lvl="7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STIX Two Text Medium"/>
              <a:buNone/>
              <a:defRPr>
                <a:solidFill>
                  <a:schemeClr val="accent2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defRPr>
            </a:lvl8pPr>
            <a:lvl9pPr lvl="8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STIX Two Text Medium"/>
              <a:buNone/>
              <a:defRPr>
                <a:solidFill>
                  <a:schemeClr val="accent2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>
  <p:cSld name="CUSTOM_3_1">
    <p:bg>
      <p:bgPr>
        <a:solidFill>
          <a:schemeClr val="lt2"/>
        </a:solidFill>
        <a:effectLst/>
      </p:bgPr>
    </p:bg>
    <p:spTree>
      <p:nvGrpSpPr>
        <p:cNvPr id="1" name="Shape 5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5" name="Google Shape;565;p42"/>
          <p:cNvSpPr/>
          <p:nvPr/>
        </p:nvSpPr>
        <p:spPr>
          <a:xfrm flipH="1">
            <a:off x="343200" y="342900"/>
            <a:ext cx="8800800" cy="48006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6" name="Google Shape;566;p42"/>
          <p:cNvSpPr/>
          <p:nvPr/>
        </p:nvSpPr>
        <p:spPr>
          <a:xfrm rot="-5400000" flipH="1">
            <a:off x="343225" y="342900"/>
            <a:ext cx="745800" cy="745800"/>
          </a:xfrm>
          <a:prstGeom prst="halfFrame">
            <a:avLst>
              <a:gd name="adj1" fmla="val 21319"/>
              <a:gd name="adj2" fmla="val 21319"/>
            </a:avLst>
          </a:prstGeom>
          <a:solidFill>
            <a:schemeClr val="accent2"/>
          </a:solidFill>
          <a:ln w="1905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7" name="Google Shape;567;p42"/>
          <p:cNvSpPr/>
          <p:nvPr/>
        </p:nvSpPr>
        <p:spPr>
          <a:xfrm rot="10800000" flipH="1">
            <a:off x="343225" y="4397825"/>
            <a:ext cx="745800" cy="745800"/>
          </a:xfrm>
          <a:prstGeom prst="halfFrame">
            <a:avLst>
              <a:gd name="adj1" fmla="val 21319"/>
              <a:gd name="adj2" fmla="val 21319"/>
            </a:avLst>
          </a:prstGeom>
          <a:solidFill>
            <a:schemeClr val="accent2"/>
          </a:solidFill>
          <a:ln w="1905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568" name="Google Shape;568;p42"/>
          <p:cNvGrpSpPr/>
          <p:nvPr/>
        </p:nvGrpSpPr>
        <p:grpSpPr>
          <a:xfrm flipH="1">
            <a:off x="85800" y="76325"/>
            <a:ext cx="7808400" cy="5067300"/>
            <a:chOff x="1249800" y="76325"/>
            <a:chExt cx="7808400" cy="5067300"/>
          </a:xfrm>
        </p:grpSpPr>
        <p:cxnSp>
          <p:nvCxnSpPr>
            <p:cNvPr id="569" name="Google Shape;569;p42"/>
            <p:cNvCxnSpPr/>
            <p:nvPr/>
          </p:nvCxnSpPr>
          <p:spPr>
            <a:xfrm>
              <a:off x="1249800" y="85800"/>
              <a:ext cx="7808400" cy="0"/>
            </a:xfrm>
            <a:prstGeom prst="straightConnector1">
              <a:avLst/>
            </a:prstGeom>
            <a:noFill/>
            <a:ln w="19050" cap="flat" cmpd="sng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70" name="Google Shape;570;p42"/>
            <p:cNvCxnSpPr/>
            <p:nvPr/>
          </p:nvCxnSpPr>
          <p:spPr>
            <a:xfrm rot="10800000">
              <a:off x="9058200" y="76325"/>
              <a:ext cx="0" cy="5067300"/>
            </a:xfrm>
            <a:prstGeom prst="straightConnector1">
              <a:avLst/>
            </a:prstGeom>
            <a:noFill/>
            <a:ln w="19050" cap="flat" cmpd="sng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571" name="Google Shape;571;p42"/>
          <p:cNvGrpSpPr/>
          <p:nvPr/>
        </p:nvGrpSpPr>
        <p:grpSpPr>
          <a:xfrm flipH="1">
            <a:off x="171600" y="162125"/>
            <a:ext cx="7722600" cy="4981500"/>
            <a:chOff x="1249800" y="162125"/>
            <a:chExt cx="7722600" cy="4981500"/>
          </a:xfrm>
        </p:grpSpPr>
        <p:cxnSp>
          <p:nvCxnSpPr>
            <p:cNvPr id="572" name="Google Shape;572;p42"/>
            <p:cNvCxnSpPr/>
            <p:nvPr/>
          </p:nvCxnSpPr>
          <p:spPr>
            <a:xfrm>
              <a:off x="1249800" y="171625"/>
              <a:ext cx="7722600" cy="0"/>
            </a:xfrm>
            <a:prstGeom prst="straightConnector1">
              <a:avLst/>
            </a:prstGeom>
            <a:noFill/>
            <a:ln w="19050" cap="flat" cmpd="sng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73" name="Google Shape;573;p42"/>
            <p:cNvCxnSpPr/>
            <p:nvPr/>
          </p:nvCxnSpPr>
          <p:spPr>
            <a:xfrm rot="10800000">
              <a:off x="8972375" y="162125"/>
              <a:ext cx="0" cy="4981500"/>
            </a:xfrm>
            <a:prstGeom prst="straightConnector1">
              <a:avLst/>
            </a:prstGeom>
            <a:noFill/>
            <a:ln w="19050" cap="flat" cmpd="sng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574" name="Google Shape;574;p42"/>
          <p:cNvGrpSpPr/>
          <p:nvPr/>
        </p:nvGrpSpPr>
        <p:grpSpPr>
          <a:xfrm flipH="1">
            <a:off x="257400" y="247925"/>
            <a:ext cx="7636800" cy="4895700"/>
            <a:chOff x="1249800" y="247925"/>
            <a:chExt cx="7636800" cy="4895700"/>
          </a:xfrm>
        </p:grpSpPr>
        <p:cxnSp>
          <p:nvCxnSpPr>
            <p:cNvPr id="575" name="Google Shape;575;p42"/>
            <p:cNvCxnSpPr/>
            <p:nvPr/>
          </p:nvCxnSpPr>
          <p:spPr>
            <a:xfrm>
              <a:off x="1249800" y="257425"/>
              <a:ext cx="7636800" cy="0"/>
            </a:xfrm>
            <a:prstGeom prst="straightConnector1">
              <a:avLst/>
            </a:prstGeom>
            <a:noFill/>
            <a:ln w="19050" cap="flat" cmpd="sng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76" name="Google Shape;576;p42"/>
            <p:cNvCxnSpPr/>
            <p:nvPr/>
          </p:nvCxnSpPr>
          <p:spPr>
            <a:xfrm rot="10800000">
              <a:off x="8886575" y="247925"/>
              <a:ext cx="0" cy="4895700"/>
            </a:xfrm>
            <a:prstGeom prst="straightConnector1">
              <a:avLst/>
            </a:prstGeom>
            <a:noFill/>
            <a:ln w="19050" cap="flat" cmpd="sng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577" name="Google Shape;577;p42"/>
          <p:cNvSpPr txBox="1">
            <a:spLocks noGrp="1"/>
          </p:cNvSpPr>
          <p:nvPr>
            <p:ph type="ctrTitle"/>
          </p:nvPr>
        </p:nvSpPr>
        <p:spPr>
          <a:xfrm>
            <a:off x="1375800" y="1703150"/>
            <a:ext cx="5485800" cy="173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Font typeface="STIX Two Text SemiBold"/>
              <a:buNone/>
              <a:defRPr sz="4800">
                <a:solidFill>
                  <a:schemeClr val="accen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None/>
              <a:defRPr sz="4800">
                <a:solidFill>
                  <a:schemeClr val="accent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None/>
              <a:defRPr sz="4800">
                <a:solidFill>
                  <a:schemeClr val="accent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None/>
              <a:defRPr sz="4800">
                <a:solidFill>
                  <a:schemeClr val="accent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None/>
              <a:defRPr sz="4800">
                <a:solidFill>
                  <a:schemeClr val="accent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None/>
              <a:defRPr sz="4800">
                <a:solidFill>
                  <a:schemeClr val="accent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None/>
              <a:defRPr sz="4800">
                <a:solidFill>
                  <a:schemeClr val="accent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None/>
              <a:defRPr sz="4800">
                <a:solidFill>
                  <a:schemeClr val="accent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None/>
              <a:defRPr sz="4800">
                <a:solidFill>
                  <a:schemeClr val="accent2"/>
                </a:solidFill>
              </a:defRPr>
            </a:lvl9pPr>
          </a:lstStyle>
          <a:p>
            <a:endParaRPr/>
          </a:p>
        </p:txBody>
      </p:sp>
      <p:sp>
        <p:nvSpPr>
          <p:cNvPr id="578" name="Google Shape;578;p42"/>
          <p:cNvSpPr/>
          <p:nvPr/>
        </p:nvSpPr>
        <p:spPr>
          <a:xfrm rot="10800000">
            <a:off x="7894200" y="0"/>
            <a:ext cx="1249800" cy="5143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2"/>
              </a:solidFill>
            </a:endParaRPr>
          </a:p>
        </p:txBody>
      </p:sp>
      <p:sp>
        <p:nvSpPr>
          <p:cNvPr id="579" name="Google Shape;579;p42"/>
          <p:cNvSpPr/>
          <p:nvPr/>
        </p:nvSpPr>
        <p:spPr>
          <a:xfrm rot="10800000">
            <a:off x="8151300" y="167450"/>
            <a:ext cx="735600" cy="1890600"/>
          </a:xfrm>
          <a:prstGeom prst="plaque">
            <a:avLst>
              <a:gd name="adj" fmla="val 23940"/>
            </a:avLst>
          </a:prstGeom>
          <a:noFill/>
          <a:ln w="1905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0" name="Google Shape;580;p42"/>
          <p:cNvSpPr/>
          <p:nvPr/>
        </p:nvSpPr>
        <p:spPr>
          <a:xfrm rot="10800000">
            <a:off x="8151300" y="3088375"/>
            <a:ext cx="735600" cy="1887600"/>
          </a:xfrm>
          <a:prstGeom prst="plaque">
            <a:avLst>
              <a:gd name="adj" fmla="val 23940"/>
            </a:avLst>
          </a:prstGeom>
          <a:noFill/>
          <a:ln w="1905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1" name="Google Shape;581;p42"/>
          <p:cNvSpPr/>
          <p:nvPr/>
        </p:nvSpPr>
        <p:spPr>
          <a:xfrm rot="10800000">
            <a:off x="7997850" y="2264525"/>
            <a:ext cx="1042500" cy="635700"/>
          </a:xfrm>
          <a:prstGeom prst="hexagon">
            <a:avLst>
              <a:gd name="adj" fmla="val 40849"/>
              <a:gd name="vf" fmla="val 115470"/>
            </a:avLst>
          </a:prstGeom>
          <a:noFill/>
          <a:ln w="1905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2" name="Google Shape;582;p42"/>
          <p:cNvSpPr/>
          <p:nvPr/>
        </p:nvSpPr>
        <p:spPr>
          <a:xfrm rot="10800000">
            <a:off x="8336250" y="2399550"/>
            <a:ext cx="365700" cy="365700"/>
          </a:xfrm>
          <a:prstGeom prst="diamond">
            <a:avLst/>
          </a:prstGeom>
          <a:noFill/>
          <a:ln w="1905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chemeClr val="lt2"/>
        </a:solidFill>
        <a:effectLst/>
      </p:bgPr>
    </p:bg>
    <p:spTree>
      <p:nvGrpSpPr>
        <p:cNvPr id="1" name="Shape 5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4" name="Google Shape;584;p4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>
  <p:cSld name="TITLE_4">
    <p:spTree>
      <p:nvGrpSpPr>
        <p:cNvPr id="1" name="Shape 5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0" name="Google Shape;590;p45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591" name="Google Shape;591;p45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592" name="Google Shape;592;p4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>
  <p:cSld name="SECTION_HEADER_1">
    <p:spTree>
      <p:nvGrpSpPr>
        <p:cNvPr id="1" name="Shape 5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4" name="Google Shape;594;p46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595" name="Google Shape;595;p4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>
  <p:cSld name="TITLE_AND_BODY_1_1">
    <p:spTree>
      <p:nvGrpSpPr>
        <p:cNvPr id="1" name="Shape 5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7" name="Google Shape;597;p4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9pPr>
          </a:lstStyle>
          <a:p>
            <a:endParaRPr/>
          </a:p>
        </p:txBody>
      </p:sp>
      <p:sp>
        <p:nvSpPr>
          <p:cNvPr id="598" name="Google Shape;598;p47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794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599" name="Google Shape;599;p4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>
  <p:cSld name="TITLE_AND_TWO_COLUMNS_1_1">
    <p:spTree>
      <p:nvGrpSpPr>
        <p:cNvPr id="1" name="Shape 6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1" name="Google Shape;601;p4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9pPr>
          </a:lstStyle>
          <a:p>
            <a:endParaRPr/>
          </a:p>
        </p:txBody>
      </p:sp>
      <p:sp>
        <p:nvSpPr>
          <p:cNvPr id="602" name="Google Shape;602;p48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603" name="Google Shape;603;p48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604" name="Google Shape;604;p4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>
  <p:cSld name="TITLE_ONLY_1">
    <p:spTree>
      <p:nvGrpSpPr>
        <p:cNvPr id="1" name="Shape 6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6" name="Google Shape;606;p4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9pPr>
          </a:lstStyle>
          <a:p>
            <a:endParaRPr/>
          </a:p>
        </p:txBody>
      </p:sp>
      <p:sp>
        <p:nvSpPr>
          <p:cNvPr id="607" name="Google Shape;607;p4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_1">
    <p:spTree>
      <p:nvGrpSpPr>
        <p:cNvPr id="1" name="Shape 6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9" name="Google Shape;609;p50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610" name="Google Shape;610;p50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611" name="Google Shape;611;p5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_1">
    <p:spTree>
      <p:nvGrpSpPr>
        <p:cNvPr id="1" name="Shape 6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3" name="Google Shape;613;p51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614" name="Google Shape;614;p5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_1">
    <p:spTree>
      <p:nvGrpSpPr>
        <p:cNvPr id="1" name="Shape 6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6" name="Google Shape;616;p52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7" name="Google Shape;617;p52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618" name="Google Shape;618;p52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619" name="Google Shape;619;p52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794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620" name="Google Shape;620;p5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_1">
    <p:spTree>
      <p:nvGrpSpPr>
        <p:cNvPr id="1" name="Shape 6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2" name="Google Shape;622;p53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</a:lstStyle>
          <a:p>
            <a:endParaRPr/>
          </a:p>
        </p:txBody>
      </p:sp>
      <p:sp>
        <p:nvSpPr>
          <p:cNvPr id="623" name="Google Shape;623;p5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_1">
    <p:spTree>
      <p:nvGrpSpPr>
        <p:cNvPr id="1" name="Shape 6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5" name="Google Shape;625;p54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626" name="Google Shape;626;p54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92100" algn="ctr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79400" algn="ctr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marL="1371600" lvl="2" indent="-292100" algn="ctr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 algn="ctr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 algn="ctr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 algn="ctr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 algn="ctr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 algn="ctr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 algn="ctr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627" name="Google Shape;627;p5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6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9" name="Google Shape;629;p5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genda">
  <p:cSld name="CUSTOM_7_1">
    <p:spTree>
      <p:nvGrpSpPr>
        <p:cNvPr id="1" name="Shape 6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1" name="Google Shape;631;p56"/>
          <p:cNvSpPr txBox="1">
            <a:spLocks noGrp="1"/>
          </p:cNvSpPr>
          <p:nvPr>
            <p:ph type="title"/>
          </p:nvPr>
        </p:nvSpPr>
        <p:spPr>
          <a:xfrm>
            <a:off x="677325" y="1832775"/>
            <a:ext cx="3217200" cy="1484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9pPr>
          </a:lstStyle>
          <a:p>
            <a:endParaRPr/>
          </a:p>
        </p:txBody>
      </p:sp>
      <p:sp>
        <p:nvSpPr>
          <p:cNvPr id="632" name="Google Shape;632;p5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33" name="Google Shape;633;p56"/>
          <p:cNvSpPr txBox="1">
            <a:spLocks noGrp="1"/>
          </p:cNvSpPr>
          <p:nvPr>
            <p:ph type="subTitle" idx="1"/>
          </p:nvPr>
        </p:nvSpPr>
        <p:spPr>
          <a:xfrm>
            <a:off x="4406650" y="393750"/>
            <a:ext cx="4409700" cy="54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634" name="Google Shape;634;p56"/>
          <p:cNvSpPr txBox="1">
            <a:spLocks noGrp="1"/>
          </p:cNvSpPr>
          <p:nvPr>
            <p:ph type="subTitle" idx="2"/>
          </p:nvPr>
        </p:nvSpPr>
        <p:spPr>
          <a:xfrm>
            <a:off x="4406650" y="1151705"/>
            <a:ext cx="4409700" cy="54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635" name="Google Shape;635;p56"/>
          <p:cNvSpPr txBox="1">
            <a:spLocks noGrp="1"/>
          </p:cNvSpPr>
          <p:nvPr>
            <p:ph type="subTitle" idx="3"/>
          </p:nvPr>
        </p:nvSpPr>
        <p:spPr>
          <a:xfrm>
            <a:off x="4406650" y="3425570"/>
            <a:ext cx="4409700" cy="54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636" name="Google Shape;636;p56"/>
          <p:cNvSpPr txBox="1">
            <a:spLocks noGrp="1"/>
          </p:cNvSpPr>
          <p:nvPr>
            <p:ph type="subTitle" idx="4"/>
          </p:nvPr>
        </p:nvSpPr>
        <p:spPr>
          <a:xfrm>
            <a:off x="4406650" y="1909660"/>
            <a:ext cx="4409700" cy="54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637" name="Google Shape;637;p56"/>
          <p:cNvSpPr txBox="1">
            <a:spLocks noGrp="1"/>
          </p:cNvSpPr>
          <p:nvPr>
            <p:ph type="subTitle" idx="5"/>
          </p:nvPr>
        </p:nvSpPr>
        <p:spPr>
          <a:xfrm>
            <a:off x="4406650" y="4183525"/>
            <a:ext cx="4409700" cy="54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638" name="Google Shape;638;p56"/>
          <p:cNvSpPr txBox="1">
            <a:spLocks noGrp="1"/>
          </p:cNvSpPr>
          <p:nvPr>
            <p:ph type="subTitle" idx="6"/>
          </p:nvPr>
        </p:nvSpPr>
        <p:spPr>
          <a:xfrm>
            <a:off x="4406650" y="2667615"/>
            <a:ext cx="4409700" cy="54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body and image">
  <p:cSld name="CUSTOM_8_1">
    <p:spTree>
      <p:nvGrpSpPr>
        <p:cNvPr id="1" name="Shape 6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0" name="Google Shape;640;p5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9pPr>
          </a:lstStyle>
          <a:p>
            <a:endParaRPr/>
          </a:p>
        </p:txBody>
      </p:sp>
      <p:sp>
        <p:nvSpPr>
          <p:cNvPr id="641" name="Google Shape;641;p57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4473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794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642" name="Google Shape;642;p57"/>
          <p:cNvSpPr>
            <a:spLocks noGrp="1"/>
          </p:cNvSpPr>
          <p:nvPr>
            <p:ph type="pic" idx="2"/>
          </p:nvPr>
        </p:nvSpPr>
        <p:spPr>
          <a:xfrm>
            <a:off x="4992024" y="1152775"/>
            <a:ext cx="3840300" cy="3416400"/>
          </a:xfrm>
          <a:prstGeom prst="rect">
            <a:avLst/>
          </a:prstGeom>
          <a:noFill/>
          <a:ln>
            <a:noFill/>
          </a:ln>
        </p:spPr>
      </p:sp>
      <p:sp>
        <p:nvSpPr>
          <p:cNvPr id="643" name="Google Shape;643;p5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big ideas">
  <p:cSld name="CUSTOM_1">
    <p:spTree>
      <p:nvGrpSpPr>
        <p:cNvPr id="1" name="Shape 6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" name="Google Shape;645;p5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46" name="Google Shape;646;p58"/>
          <p:cNvSpPr txBox="1">
            <a:spLocks noGrp="1"/>
          </p:cNvSpPr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647" name="Google Shape;647;p58"/>
          <p:cNvSpPr txBox="1">
            <a:spLocks noGrp="1"/>
          </p:cNvSpPr>
          <p:nvPr>
            <p:ph type="body" idx="1"/>
          </p:nvPr>
        </p:nvSpPr>
        <p:spPr>
          <a:xfrm>
            <a:off x="483150" y="2237788"/>
            <a:ext cx="3619800" cy="237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794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648" name="Google Shape;648;p58"/>
          <p:cNvSpPr txBox="1">
            <a:spLocks noGrp="1"/>
          </p:cNvSpPr>
          <p:nvPr>
            <p:ph type="body" idx="2"/>
          </p:nvPr>
        </p:nvSpPr>
        <p:spPr>
          <a:xfrm>
            <a:off x="5048000" y="2237788"/>
            <a:ext cx="3619800" cy="237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794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649" name="Google Shape;649;p58"/>
          <p:cNvSpPr txBox="1">
            <a:spLocks noGrp="1"/>
          </p:cNvSpPr>
          <p:nvPr>
            <p:ph type="subTitle" idx="3"/>
          </p:nvPr>
        </p:nvSpPr>
        <p:spPr>
          <a:xfrm>
            <a:off x="483150" y="1336161"/>
            <a:ext cx="3619800" cy="54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650" name="Google Shape;650;p58"/>
          <p:cNvSpPr txBox="1">
            <a:spLocks noGrp="1"/>
          </p:cNvSpPr>
          <p:nvPr>
            <p:ph type="subTitle" idx="4"/>
          </p:nvPr>
        </p:nvSpPr>
        <p:spPr>
          <a:xfrm>
            <a:off x="5048000" y="1336161"/>
            <a:ext cx="3619800" cy="54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ree big ideas">
  <p:cSld name="CUSTOM_2_2">
    <p:spTree>
      <p:nvGrpSpPr>
        <p:cNvPr id="1" name="Shape 6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2" name="Google Shape;652;p5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53" name="Google Shape;653;p59"/>
          <p:cNvSpPr txBox="1">
            <a:spLocks noGrp="1"/>
          </p:cNvSpPr>
          <p:nvPr>
            <p:ph type="body" idx="1"/>
          </p:nvPr>
        </p:nvSpPr>
        <p:spPr>
          <a:xfrm>
            <a:off x="483175" y="2417500"/>
            <a:ext cx="2455500" cy="237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794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654" name="Google Shape;654;p59"/>
          <p:cNvSpPr txBox="1">
            <a:spLocks noGrp="1"/>
          </p:cNvSpPr>
          <p:nvPr>
            <p:ph type="body" idx="2"/>
          </p:nvPr>
        </p:nvSpPr>
        <p:spPr>
          <a:xfrm>
            <a:off x="3347725" y="2417500"/>
            <a:ext cx="2455500" cy="237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794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655" name="Google Shape;655;p59"/>
          <p:cNvSpPr txBox="1">
            <a:spLocks noGrp="1"/>
          </p:cNvSpPr>
          <p:nvPr>
            <p:ph type="body" idx="3"/>
          </p:nvPr>
        </p:nvSpPr>
        <p:spPr>
          <a:xfrm>
            <a:off x="6212275" y="2417500"/>
            <a:ext cx="2455500" cy="237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794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656" name="Google Shape;656;p59"/>
          <p:cNvSpPr txBox="1">
            <a:spLocks noGrp="1"/>
          </p:cNvSpPr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657" name="Google Shape;657;p59"/>
          <p:cNvSpPr txBox="1">
            <a:spLocks noGrp="1"/>
          </p:cNvSpPr>
          <p:nvPr>
            <p:ph type="subTitle" idx="4"/>
          </p:nvPr>
        </p:nvSpPr>
        <p:spPr>
          <a:xfrm>
            <a:off x="483175" y="1336150"/>
            <a:ext cx="2455500" cy="77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658" name="Google Shape;658;p59"/>
          <p:cNvSpPr txBox="1">
            <a:spLocks noGrp="1"/>
          </p:cNvSpPr>
          <p:nvPr>
            <p:ph type="subTitle" idx="5"/>
          </p:nvPr>
        </p:nvSpPr>
        <p:spPr>
          <a:xfrm>
            <a:off x="3347725" y="1336150"/>
            <a:ext cx="2455500" cy="77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659" name="Google Shape;659;p59"/>
          <p:cNvSpPr txBox="1">
            <a:spLocks noGrp="1"/>
          </p:cNvSpPr>
          <p:nvPr>
            <p:ph type="subTitle" idx="6"/>
          </p:nvPr>
        </p:nvSpPr>
        <p:spPr>
          <a:xfrm>
            <a:off x="6212275" y="1336150"/>
            <a:ext cx="2455500" cy="77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Four big ideas">
  <p:cSld name="CUSTOM_3_1">
    <p:spTree>
      <p:nvGrpSpPr>
        <p:cNvPr id="1" name="Shape 6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1" name="Google Shape;661;p6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62" name="Google Shape;662;p60"/>
          <p:cNvSpPr txBox="1">
            <a:spLocks noGrp="1"/>
          </p:cNvSpPr>
          <p:nvPr>
            <p:ph type="body" idx="1"/>
          </p:nvPr>
        </p:nvSpPr>
        <p:spPr>
          <a:xfrm>
            <a:off x="366725" y="1759093"/>
            <a:ext cx="3838500" cy="113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2794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663" name="Google Shape;663;p60"/>
          <p:cNvSpPr txBox="1">
            <a:spLocks noGrp="1"/>
          </p:cNvSpPr>
          <p:nvPr>
            <p:ph type="body" idx="2"/>
          </p:nvPr>
        </p:nvSpPr>
        <p:spPr>
          <a:xfrm>
            <a:off x="4938725" y="1759093"/>
            <a:ext cx="3838500" cy="113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2794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664" name="Google Shape;664;p60"/>
          <p:cNvSpPr txBox="1">
            <a:spLocks noGrp="1"/>
          </p:cNvSpPr>
          <p:nvPr>
            <p:ph type="body" idx="3"/>
          </p:nvPr>
        </p:nvSpPr>
        <p:spPr>
          <a:xfrm>
            <a:off x="366750" y="3648575"/>
            <a:ext cx="3838500" cy="113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2794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665" name="Google Shape;665;p60"/>
          <p:cNvSpPr txBox="1">
            <a:spLocks noGrp="1"/>
          </p:cNvSpPr>
          <p:nvPr>
            <p:ph type="body" idx="4"/>
          </p:nvPr>
        </p:nvSpPr>
        <p:spPr>
          <a:xfrm>
            <a:off x="4938750" y="3648575"/>
            <a:ext cx="3838500" cy="113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2794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666" name="Google Shape;666;p60"/>
          <p:cNvSpPr txBox="1">
            <a:spLocks noGrp="1"/>
          </p:cNvSpPr>
          <p:nvPr>
            <p:ph type="title"/>
          </p:nvPr>
        </p:nvSpPr>
        <p:spPr>
          <a:xfrm>
            <a:off x="366750" y="450025"/>
            <a:ext cx="8184600" cy="758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667" name="Google Shape;667;p60"/>
          <p:cNvSpPr txBox="1">
            <a:spLocks noGrp="1"/>
          </p:cNvSpPr>
          <p:nvPr>
            <p:ph type="subTitle" idx="5"/>
          </p:nvPr>
        </p:nvSpPr>
        <p:spPr>
          <a:xfrm>
            <a:off x="366763" y="1277907"/>
            <a:ext cx="3838500" cy="48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668" name="Google Shape;668;p60"/>
          <p:cNvSpPr txBox="1">
            <a:spLocks noGrp="1"/>
          </p:cNvSpPr>
          <p:nvPr>
            <p:ph type="subTitle" idx="6"/>
          </p:nvPr>
        </p:nvSpPr>
        <p:spPr>
          <a:xfrm>
            <a:off x="4938738" y="1277907"/>
            <a:ext cx="3838500" cy="48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669" name="Google Shape;669;p60"/>
          <p:cNvSpPr txBox="1">
            <a:spLocks noGrp="1"/>
          </p:cNvSpPr>
          <p:nvPr>
            <p:ph type="subTitle" idx="7"/>
          </p:nvPr>
        </p:nvSpPr>
        <p:spPr>
          <a:xfrm>
            <a:off x="4938761" y="3167363"/>
            <a:ext cx="3838500" cy="48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670" name="Google Shape;670;p60"/>
          <p:cNvSpPr txBox="1">
            <a:spLocks noGrp="1"/>
          </p:cNvSpPr>
          <p:nvPr>
            <p:ph type="subTitle" idx="8"/>
          </p:nvPr>
        </p:nvSpPr>
        <p:spPr>
          <a:xfrm>
            <a:off x="366750" y="3167363"/>
            <a:ext cx="3838500" cy="48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image">
  <p:cSld name="TITLE_ONLY_1_1">
    <p:spTree>
      <p:nvGrpSpPr>
        <p:cNvPr id="1" name="Shape 6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2" name="Google Shape;672;p6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9pPr>
          </a:lstStyle>
          <a:p>
            <a:endParaRPr/>
          </a:p>
        </p:txBody>
      </p:sp>
      <p:sp>
        <p:nvSpPr>
          <p:cNvPr id="673" name="Google Shape;673;p6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74" name="Google Shape;674;p61"/>
          <p:cNvSpPr>
            <a:spLocks noGrp="1"/>
          </p:cNvSpPr>
          <p:nvPr>
            <p:ph type="pic" idx="2"/>
          </p:nvPr>
        </p:nvSpPr>
        <p:spPr>
          <a:xfrm>
            <a:off x="311700" y="1170425"/>
            <a:ext cx="8520600" cy="34929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storyboards">
  <p:cSld name="CUSTOM_4_1">
    <p:spTree>
      <p:nvGrpSpPr>
        <p:cNvPr id="1" name="Shape 6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6" name="Google Shape;676;p62"/>
          <p:cNvSpPr txBox="1">
            <a:spLocks noGrp="1"/>
          </p:cNvSpPr>
          <p:nvPr>
            <p:ph type="body" idx="1"/>
          </p:nvPr>
        </p:nvSpPr>
        <p:spPr>
          <a:xfrm>
            <a:off x="311700" y="4080225"/>
            <a:ext cx="4027500" cy="92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677" name="Google Shape;677;p62"/>
          <p:cNvSpPr>
            <a:spLocks noGrp="1"/>
          </p:cNvSpPr>
          <p:nvPr>
            <p:ph type="pic" idx="2"/>
          </p:nvPr>
        </p:nvSpPr>
        <p:spPr>
          <a:xfrm>
            <a:off x="48048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678" name="Google Shape;678;p62"/>
          <p:cNvSpPr>
            <a:spLocks noGrp="1"/>
          </p:cNvSpPr>
          <p:nvPr>
            <p:ph type="pic" idx="3"/>
          </p:nvPr>
        </p:nvSpPr>
        <p:spPr>
          <a:xfrm>
            <a:off x="3117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679" name="Google Shape;679;p62"/>
          <p:cNvSpPr txBox="1">
            <a:spLocks noGrp="1"/>
          </p:cNvSpPr>
          <p:nvPr>
            <p:ph type="body" idx="4"/>
          </p:nvPr>
        </p:nvSpPr>
        <p:spPr>
          <a:xfrm>
            <a:off x="4804825" y="4080225"/>
            <a:ext cx="4027500" cy="92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680" name="Google Shape;680;p6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81" name="Google Shape;681;p62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9pPr>
          </a:lstStyle>
          <a:p>
            <a:endParaRPr/>
          </a:p>
        </p:txBody>
      </p:sp>
      <p:sp>
        <p:nvSpPr>
          <p:cNvPr id="682" name="Google Shape;682;p62"/>
          <p:cNvSpPr txBox="1">
            <a:spLocks noGrp="1"/>
          </p:cNvSpPr>
          <p:nvPr>
            <p:ph type="subTitle" idx="5"/>
          </p:nvPr>
        </p:nvSpPr>
        <p:spPr>
          <a:xfrm>
            <a:off x="311725" y="3582900"/>
            <a:ext cx="4027500" cy="48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683" name="Google Shape;683;p62"/>
          <p:cNvSpPr txBox="1">
            <a:spLocks noGrp="1"/>
          </p:cNvSpPr>
          <p:nvPr>
            <p:ph type="subTitle" idx="6"/>
          </p:nvPr>
        </p:nvSpPr>
        <p:spPr>
          <a:xfrm>
            <a:off x="4804825" y="3582900"/>
            <a:ext cx="4027500" cy="48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ree storyboards">
  <p:cSld name="CUSTOM_4_1_1">
    <p:spTree>
      <p:nvGrpSpPr>
        <p:cNvPr id="1" name="Shape 6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5" name="Google Shape;685;p63"/>
          <p:cNvSpPr txBox="1">
            <a:spLocks noGrp="1"/>
          </p:cNvSpPr>
          <p:nvPr>
            <p:ph type="body" idx="1"/>
          </p:nvPr>
        </p:nvSpPr>
        <p:spPr>
          <a:xfrm>
            <a:off x="311700" y="3911700"/>
            <a:ext cx="2627100" cy="101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686" name="Google Shape;686;p63"/>
          <p:cNvSpPr>
            <a:spLocks noGrp="1"/>
          </p:cNvSpPr>
          <p:nvPr>
            <p:ph type="pic" idx="2"/>
          </p:nvPr>
        </p:nvSpPr>
        <p:spPr>
          <a:xfrm>
            <a:off x="62052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687" name="Google Shape;687;p63"/>
          <p:cNvSpPr>
            <a:spLocks noGrp="1"/>
          </p:cNvSpPr>
          <p:nvPr>
            <p:ph type="pic" idx="3"/>
          </p:nvPr>
        </p:nvSpPr>
        <p:spPr>
          <a:xfrm>
            <a:off x="3117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688" name="Google Shape;688;p63"/>
          <p:cNvSpPr txBox="1">
            <a:spLocks noGrp="1"/>
          </p:cNvSpPr>
          <p:nvPr>
            <p:ph type="body" idx="4"/>
          </p:nvPr>
        </p:nvSpPr>
        <p:spPr>
          <a:xfrm>
            <a:off x="6205225" y="3911700"/>
            <a:ext cx="2627100" cy="101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689" name="Google Shape;689;p63"/>
          <p:cNvSpPr>
            <a:spLocks noGrp="1"/>
          </p:cNvSpPr>
          <p:nvPr>
            <p:ph type="pic" idx="5"/>
          </p:nvPr>
        </p:nvSpPr>
        <p:spPr>
          <a:xfrm>
            <a:off x="3255250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690" name="Google Shape;690;p63"/>
          <p:cNvSpPr txBox="1">
            <a:spLocks noGrp="1"/>
          </p:cNvSpPr>
          <p:nvPr>
            <p:ph type="body" idx="6"/>
          </p:nvPr>
        </p:nvSpPr>
        <p:spPr>
          <a:xfrm>
            <a:off x="3255250" y="3911700"/>
            <a:ext cx="2627100" cy="101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691" name="Google Shape;691;p6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92" name="Google Shape;692;p6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9pPr>
          </a:lstStyle>
          <a:p>
            <a:endParaRPr/>
          </a:p>
        </p:txBody>
      </p:sp>
      <p:sp>
        <p:nvSpPr>
          <p:cNvPr id="693" name="Google Shape;693;p63"/>
          <p:cNvSpPr txBox="1">
            <a:spLocks noGrp="1"/>
          </p:cNvSpPr>
          <p:nvPr>
            <p:ph type="subTitle" idx="7"/>
          </p:nvPr>
        </p:nvSpPr>
        <p:spPr>
          <a:xfrm>
            <a:off x="311725" y="3430500"/>
            <a:ext cx="2627100" cy="48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694" name="Google Shape;694;p63"/>
          <p:cNvSpPr txBox="1">
            <a:spLocks noGrp="1"/>
          </p:cNvSpPr>
          <p:nvPr>
            <p:ph type="subTitle" idx="8"/>
          </p:nvPr>
        </p:nvSpPr>
        <p:spPr>
          <a:xfrm>
            <a:off x="6205225" y="3430500"/>
            <a:ext cx="2627100" cy="48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695" name="Google Shape;695;p63"/>
          <p:cNvSpPr txBox="1">
            <a:spLocks noGrp="1"/>
          </p:cNvSpPr>
          <p:nvPr>
            <p:ph type="subTitle" idx="9"/>
          </p:nvPr>
        </p:nvSpPr>
        <p:spPr>
          <a:xfrm>
            <a:off x="3255250" y="3430500"/>
            <a:ext cx="2627100" cy="48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 only">
  <p:cSld name="CUSTOM_5_1">
    <p:spTree>
      <p:nvGrpSpPr>
        <p:cNvPr id="1" name="Shape 6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7" name="Google Shape;697;p64"/>
          <p:cNvSpPr>
            <a:spLocks noGrp="1"/>
          </p:cNvSpPr>
          <p:nvPr>
            <p:ph type="pic" idx="2"/>
          </p:nvPr>
        </p:nvSpPr>
        <p:spPr>
          <a:xfrm>
            <a:off x="311700" y="445025"/>
            <a:ext cx="8520600" cy="4218300"/>
          </a:xfrm>
          <a:prstGeom prst="rect">
            <a:avLst/>
          </a:prstGeom>
          <a:noFill/>
          <a:ln>
            <a:noFill/>
          </a:ln>
        </p:spPr>
      </p:sp>
      <p:sp>
        <p:nvSpPr>
          <p:cNvPr id="698" name="Google Shape;698;p6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 grid">
  <p:cSld name="CUSTOM_6_1">
    <p:spTree>
      <p:nvGrpSpPr>
        <p:cNvPr id="1" name="Shape 6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0" name="Google Shape;700;p6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01" name="Google Shape;701;p65"/>
          <p:cNvSpPr>
            <a:spLocks noGrp="1"/>
          </p:cNvSpPr>
          <p:nvPr>
            <p:ph type="pic" idx="2"/>
          </p:nvPr>
        </p:nvSpPr>
        <p:spPr>
          <a:xfrm>
            <a:off x="338960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702" name="Google Shape;702;p65"/>
          <p:cNvSpPr>
            <a:spLocks noGrp="1"/>
          </p:cNvSpPr>
          <p:nvPr>
            <p:ph type="pic" idx="3"/>
          </p:nvPr>
        </p:nvSpPr>
        <p:spPr>
          <a:xfrm>
            <a:off x="5195935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703" name="Google Shape;703;p65"/>
          <p:cNvSpPr>
            <a:spLocks noGrp="1"/>
          </p:cNvSpPr>
          <p:nvPr>
            <p:ph type="pic" idx="4"/>
          </p:nvPr>
        </p:nvSpPr>
        <p:spPr>
          <a:xfrm>
            <a:off x="700227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704" name="Google Shape;704;p65"/>
          <p:cNvSpPr>
            <a:spLocks noGrp="1"/>
          </p:cNvSpPr>
          <p:nvPr>
            <p:ph type="pic" idx="5"/>
          </p:nvPr>
        </p:nvSpPr>
        <p:spPr>
          <a:xfrm>
            <a:off x="3389588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705" name="Google Shape;705;p65"/>
          <p:cNvSpPr>
            <a:spLocks noGrp="1"/>
          </p:cNvSpPr>
          <p:nvPr>
            <p:ph type="pic" idx="6"/>
          </p:nvPr>
        </p:nvSpPr>
        <p:spPr>
          <a:xfrm>
            <a:off x="5195922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706" name="Google Shape;706;p65"/>
          <p:cNvSpPr>
            <a:spLocks noGrp="1"/>
          </p:cNvSpPr>
          <p:nvPr>
            <p:ph type="pic" idx="7"/>
          </p:nvPr>
        </p:nvSpPr>
        <p:spPr>
          <a:xfrm>
            <a:off x="7002257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707" name="Google Shape;707;p65"/>
          <p:cNvSpPr txBox="1">
            <a:spLocks noGrp="1"/>
          </p:cNvSpPr>
          <p:nvPr>
            <p:ph type="title"/>
          </p:nvPr>
        </p:nvSpPr>
        <p:spPr>
          <a:xfrm>
            <a:off x="351550" y="445025"/>
            <a:ext cx="2596800" cy="170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9pPr>
          </a:lstStyle>
          <a:p>
            <a:endParaRPr/>
          </a:p>
        </p:txBody>
      </p:sp>
      <p:sp>
        <p:nvSpPr>
          <p:cNvPr id="708" name="Google Shape;708;p65"/>
          <p:cNvSpPr>
            <a:spLocks noGrp="1"/>
          </p:cNvSpPr>
          <p:nvPr>
            <p:ph type="pic" idx="8"/>
          </p:nvPr>
        </p:nvSpPr>
        <p:spPr>
          <a:xfrm>
            <a:off x="3389588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709" name="Google Shape;709;p65"/>
          <p:cNvSpPr>
            <a:spLocks noGrp="1"/>
          </p:cNvSpPr>
          <p:nvPr>
            <p:ph type="pic" idx="9"/>
          </p:nvPr>
        </p:nvSpPr>
        <p:spPr>
          <a:xfrm>
            <a:off x="5195922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710" name="Google Shape;710;p65"/>
          <p:cNvSpPr>
            <a:spLocks noGrp="1"/>
          </p:cNvSpPr>
          <p:nvPr>
            <p:ph type="pic" idx="13"/>
          </p:nvPr>
        </p:nvSpPr>
        <p:spPr>
          <a:xfrm>
            <a:off x="7002257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5564">
          <p15:clr>
            <a:srgbClr val="E46962"/>
          </p15:clr>
        </p15:guide>
      </p15:sldGuideLst>
    </p:ext>
  </p:extLst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title slide" type="title">
  <p:cSld name="TITLE">
    <p:bg>
      <p:bgPr>
        <a:solidFill>
          <a:schemeClr val="dk1"/>
        </a:solidFill>
        <a:effectLst/>
      </p:bgPr>
    </p:bg>
    <p:spTree>
      <p:nvGrpSpPr>
        <p:cNvPr id="1" name="Shape 7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2" name="Google Shape;712;p66"/>
          <p:cNvSpPr txBox="1">
            <a:spLocks noGrp="1"/>
          </p:cNvSpPr>
          <p:nvPr>
            <p:ph type="body" idx="1"/>
          </p:nvPr>
        </p:nvSpPr>
        <p:spPr>
          <a:xfrm>
            <a:off x="196951" y="4737750"/>
            <a:ext cx="1860300" cy="209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79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 sz="800">
                <a:solidFill>
                  <a:schemeClr val="lt1"/>
                </a:solidFill>
              </a:defRPr>
            </a:lvl1pPr>
            <a:lvl2pPr marL="914400" lvl="1" indent="-279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>
                <a:solidFill>
                  <a:schemeClr val="lt1"/>
                </a:solidFill>
              </a:defRPr>
            </a:lvl2pPr>
            <a:lvl3pPr marL="1371600" lvl="2" indent="-279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 sz="800">
                <a:solidFill>
                  <a:schemeClr val="lt1"/>
                </a:solidFill>
              </a:defRPr>
            </a:lvl3pPr>
            <a:lvl4pPr marL="1828800" lvl="3" indent="-279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 sz="800">
                <a:solidFill>
                  <a:schemeClr val="lt1"/>
                </a:solidFill>
              </a:defRPr>
            </a:lvl4pPr>
            <a:lvl5pPr marL="2286000" lvl="4" indent="-279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 sz="800">
                <a:solidFill>
                  <a:schemeClr val="lt1"/>
                </a:solidFill>
              </a:defRPr>
            </a:lvl5pPr>
            <a:lvl6pPr marL="2743200" lvl="5" indent="-279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 sz="800">
                <a:solidFill>
                  <a:schemeClr val="lt1"/>
                </a:solidFill>
              </a:defRPr>
            </a:lvl6pPr>
            <a:lvl7pPr marL="3200400" lvl="6" indent="-279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 sz="800">
                <a:solidFill>
                  <a:schemeClr val="lt1"/>
                </a:solidFill>
              </a:defRPr>
            </a:lvl7pPr>
            <a:lvl8pPr marL="3657600" lvl="7" indent="-279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 sz="800">
                <a:solidFill>
                  <a:schemeClr val="lt1"/>
                </a:solidFill>
              </a:defRPr>
            </a:lvl8pPr>
            <a:lvl9pPr marL="4114800" lvl="8" indent="-279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 sz="8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713" name="Google Shape;713;p66"/>
          <p:cNvSpPr txBox="1">
            <a:spLocks noGrp="1"/>
          </p:cNvSpPr>
          <p:nvPr>
            <p:ph type="ctrTitle"/>
          </p:nvPr>
        </p:nvSpPr>
        <p:spPr>
          <a:xfrm>
            <a:off x="196950" y="223825"/>
            <a:ext cx="8011800" cy="1877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750"/>
              <a:buNone/>
              <a:defRPr sz="675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714" name="Google Shape;714;p66"/>
          <p:cNvSpPr txBox="1">
            <a:spLocks noGrp="1"/>
          </p:cNvSpPr>
          <p:nvPr>
            <p:ph type="subTitle" idx="2"/>
          </p:nvPr>
        </p:nvSpPr>
        <p:spPr>
          <a:xfrm>
            <a:off x="196950" y="2171250"/>
            <a:ext cx="3986700" cy="55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50"/>
              <a:buFont typeface="DM Sans Medium"/>
              <a:buNone/>
              <a:defRPr sz="1850">
                <a:solidFill>
                  <a:schemeClr val="lt1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715" name="Google Shape;715;p66"/>
          <p:cNvSpPr>
            <a:spLocks noGrp="1"/>
          </p:cNvSpPr>
          <p:nvPr>
            <p:ph type="pic" idx="3"/>
          </p:nvPr>
        </p:nvSpPr>
        <p:spPr>
          <a:xfrm>
            <a:off x="4437578" y="2171250"/>
            <a:ext cx="4509600" cy="2775600"/>
          </a:xfrm>
          <a:prstGeom prst="round2DiagRect">
            <a:avLst>
              <a:gd name="adj1" fmla="val 16667"/>
              <a:gd name="adj2" fmla="val 0"/>
            </a:avLst>
          </a:prstGeom>
          <a:noFill/>
          <a:ln>
            <a:noFill/>
          </a:ln>
        </p:spPr>
      </p:sp>
      <p:sp>
        <p:nvSpPr>
          <p:cNvPr id="716" name="Google Shape;716;p66"/>
          <p:cNvSpPr txBox="1">
            <a:spLocks noGrp="1"/>
          </p:cNvSpPr>
          <p:nvPr>
            <p:ph type="body" idx="4"/>
          </p:nvPr>
        </p:nvSpPr>
        <p:spPr>
          <a:xfrm>
            <a:off x="7087526" y="196725"/>
            <a:ext cx="1933500" cy="209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794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 sz="800">
                <a:solidFill>
                  <a:schemeClr val="lt1"/>
                </a:solidFill>
              </a:defRPr>
            </a:lvl1pPr>
            <a:lvl2pPr marL="914400" lvl="1" indent="-2794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>
                <a:solidFill>
                  <a:schemeClr val="lt1"/>
                </a:solidFill>
              </a:defRPr>
            </a:lvl2pPr>
            <a:lvl3pPr marL="1371600" lvl="2" indent="-2794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 sz="800">
                <a:solidFill>
                  <a:schemeClr val="lt1"/>
                </a:solidFill>
              </a:defRPr>
            </a:lvl3pPr>
            <a:lvl4pPr marL="1828800" lvl="3" indent="-2794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 sz="800">
                <a:solidFill>
                  <a:schemeClr val="lt1"/>
                </a:solidFill>
              </a:defRPr>
            </a:lvl4pPr>
            <a:lvl5pPr marL="2286000" lvl="4" indent="-2794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 sz="800">
                <a:solidFill>
                  <a:schemeClr val="lt1"/>
                </a:solidFill>
              </a:defRPr>
            </a:lvl5pPr>
            <a:lvl6pPr marL="2743200" lvl="5" indent="-2794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 sz="800">
                <a:solidFill>
                  <a:schemeClr val="lt1"/>
                </a:solidFill>
              </a:defRPr>
            </a:lvl6pPr>
            <a:lvl7pPr marL="3200400" lvl="6" indent="-2794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 sz="800">
                <a:solidFill>
                  <a:schemeClr val="lt1"/>
                </a:solidFill>
              </a:defRPr>
            </a:lvl7pPr>
            <a:lvl8pPr marL="3657600" lvl="7" indent="-2794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 sz="800">
                <a:solidFill>
                  <a:schemeClr val="lt1"/>
                </a:solidFill>
              </a:defRPr>
            </a:lvl8pPr>
            <a:lvl9pPr marL="4114800" lvl="8" indent="-2794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 sz="8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number" type="secHead">
  <p:cSld name="SECTION_HEADER">
    <p:spTree>
      <p:nvGrpSpPr>
        <p:cNvPr id="1" name="Shape 7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8" name="Google Shape;718;p67"/>
          <p:cNvSpPr txBox="1">
            <a:spLocks noGrp="1"/>
          </p:cNvSpPr>
          <p:nvPr>
            <p:ph type="title"/>
          </p:nvPr>
        </p:nvSpPr>
        <p:spPr>
          <a:xfrm>
            <a:off x="511953" y="588599"/>
            <a:ext cx="74643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50"/>
              <a:buNone/>
              <a:defRPr sz="365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719" name="Google Shape;719;p6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20" name="Google Shape;720;p67"/>
          <p:cNvSpPr txBox="1">
            <a:spLocks noGrp="1"/>
          </p:cNvSpPr>
          <p:nvPr>
            <p:ph type="title" idx="2"/>
          </p:nvPr>
        </p:nvSpPr>
        <p:spPr>
          <a:xfrm>
            <a:off x="511953" y="1430399"/>
            <a:ext cx="74643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50"/>
              <a:buNone/>
              <a:defRPr sz="365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721" name="Google Shape;721;p67"/>
          <p:cNvSpPr txBox="1">
            <a:spLocks noGrp="1"/>
          </p:cNvSpPr>
          <p:nvPr>
            <p:ph type="title" idx="3"/>
          </p:nvPr>
        </p:nvSpPr>
        <p:spPr>
          <a:xfrm>
            <a:off x="511953" y="2272199"/>
            <a:ext cx="74643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50"/>
              <a:buNone/>
              <a:defRPr sz="365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722" name="Google Shape;722;p67"/>
          <p:cNvSpPr txBox="1">
            <a:spLocks noGrp="1"/>
          </p:cNvSpPr>
          <p:nvPr>
            <p:ph type="title" idx="4"/>
          </p:nvPr>
        </p:nvSpPr>
        <p:spPr>
          <a:xfrm>
            <a:off x="511953" y="3113999"/>
            <a:ext cx="74643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50"/>
              <a:buNone/>
              <a:defRPr sz="365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723" name="Google Shape;723;p67"/>
          <p:cNvSpPr txBox="1">
            <a:spLocks noGrp="1"/>
          </p:cNvSpPr>
          <p:nvPr>
            <p:ph type="title" idx="5"/>
          </p:nvPr>
        </p:nvSpPr>
        <p:spPr>
          <a:xfrm>
            <a:off x="511953" y="3955799"/>
            <a:ext cx="74643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50"/>
              <a:buNone/>
              <a:defRPr sz="365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724" name="Google Shape;724;p67"/>
          <p:cNvSpPr txBox="1">
            <a:spLocks noGrp="1"/>
          </p:cNvSpPr>
          <p:nvPr>
            <p:ph type="body" idx="1"/>
          </p:nvPr>
        </p:nvSpPr>
        <p:spPr>
          <a:xfrm>
            <a:off x="196951" y="196725"/>
            <a:ext cx="1860300" cy="209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79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>
                <a:solidFill>
                  <a:schemeClr val="dk1"/>
                </a:solidFill>
              </a:defRPr>
            </a:lvl1pPr>
            <a:lvl2pPr marL="914400" lvl="1" indent="-279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>
                <a:solidFill>
                  <a:schemeClr val="dk1"/>
                </a:solidFill>
              </a:defRPr>
            </a:lvl2pPr>
            <a:lvl3pPr marL="1371600" lvl="2" indent="-279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>
                <a:solidFill>
                  <a:schemeClr val="dk1"/>
                </a:solidFill>
              </a:defRPr>
            </a:lvl3pPr>
            <a:lvl4pPr marL="1828800" lvl="3" indent="-279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>
                <a:solidFill>
                  <a:schemeClr val="dk1"/>
                </a:solidFill>
              </a:defRPr>
            </a:lvl4pPr>
            <a:lvl5pPr marL="2286000" lvl="4" indent="-279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>
                <a:solidFill>
                  <a:schemeClr val="dk1"/>
                </a:solidFill>
              </a:defRPr>
            </a:lvl5pPr>
            <a:lvl6pPr marL="2743200" lvl="5" indent="-279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>
                <a:solidFill>
                  <a:schemeClr val="dk1"/>
                </a:solidFill>
              </a:defRPr>
            </a:lvl6pPr>
            <a:lvl7pPr marL="3200400" lvl="6" indent="-279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>
                <a:solidFill>
                  <a:schemeClr val="dk1"/>
                </a:solidFill>
              </a:defRPr>
            </a:lvl7pPr>
            <a:lvl8pPr marL="3657600" lvl="7" indent="-279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>
                <a:solidFill>
                  <a:schemeClr val="dk1"/>
                </a:solidFill>
              </a:defRPr>
            </a:lvl8pPr>
            <a:lvl9pPr marL="4114800" lvl="8" indent="-279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25" name="Google Shape;725;p67"/>
          <p:cNvSpPr txBox="1">
            <a:spLocks noGrp="1"/>
          </p:cNvSpPr>
          <p:nvPr>
            <p:ph type="body" idx="6"/>
          </p:nvPr>
        </p:nvSpPr>
        <p:spPr>
          <a:xfrm>
            <a:off x="7087526" y="196725"/>
            <a:ext cx="1933500" cy="209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794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>
                <a:solidFill>
                  <a:schemeClr val="dk1"/>
                </a:solidFill>
              </a:defRPr>
            </a:lvl1pPr>
            <a:lvl2pPr marL="914400" lvl="1" indent="-2794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>
                <a:solidFill>
                  <a:schemeClr val="dk1"/>
                </a:solidFill>
              </a:defRPr>
            </a:lvl2pPr>
            <a:lvl3pPr marL="1371600" lvl="2" indent="-2794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>
                <a:solidFill>
                  <a:schemeClr val="dk1"/>
                </a:solidFill>
              </a:defRPr>
            </a:lvl3pPr>
            <a:lvl4pPr marL="1828800" lvl="3" indent="-2794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>
                <a:solidFill>
                  <a:schemeClr val="dk1"/>
                </a:solidFill>
              </a:defRPr>
            </a:lvl4pPr>
            <a:lvl5pPr marL="2286000" lvl="4" indent="-2794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>
                <a:solidFill>
                  <a:schemeClr val="dk1"/>
                </a:solidFill>
              </a:defRPr>
            </a:lvl5pPr>
            <a:lvl6pPr marL="2743200" lvl="5" indent="-2794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>
                <a:solidFill>
                  <a:schemeClr val="dk1"/>
                </a:solidFill>
              </a:defRPr>
            </a:lvl6pPr>
            <a:lvl7pPr marL="3200400" lvl="6" indent="-2794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>
                <a:solidFill>
                  <a:schemeClr val="dk1"/>
                </a:solidFill>
              </a:defRPr>
            </a:lvl7pPr>
            <a:lvl8pPr marL="3657600" lvl="7" indent="-2794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>
                <a:solidFill>
                  <a:schemeClr val="dk1"/>
                </a:solidFill>
              </a:defRPr>
            </a:lvl8pPr>
            <a:lvl9pPr marL="4114800" lvl="8" indent="-2794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 1" type="tx">
  <p:cSld name="TITLE_AND_BODY">
    <p:spTree>
      <p:nvGrpSpPr>
        <p:cNvPr id="1" name="Shape 7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" name="Google Shape;727;p6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28" name="Google Shape;728;p68"/>
          <p:cNvSpPr txBox="1">
            <a:spLocks noGrp="1"/>
          </p:cNvSpPr>
          <p:nvPr>
            <p:ph type="subTitle" idx="1"/>
          </p:nvPr>
        </p:nvSpPr>
        <p:spPr>
          <a:xfrm>
            <a:off x="975300" y="1864050"/>
            <a:ext cx="7193400" cy="1415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50"/>
              <a:buFont typeface="Merriweather"/>
              <a:buNone/>
              <a:defRPr sz="265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50"/>
              <a:buFont typeface="Merriweather"/>
              <a:buNone/>
              <a:defRPr sz="265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50"/>
              <a:buFont typeface="Merriweather"/>
              <a:buNone/>
              <a:defRPr sz="265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50"/>
              <a:buFont typeface="Merriweather"/>
              <a:buNone/>
              <a:defRPr sz="265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50"/>
              <a:buFont typeface="Merriweather"/>
              <a:buNone/>
              <a:defRPr sz="265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50"/>
              <a:buFont typeface="Merriweather"/>
              <a:buNone/>
              <a:defRPr sz="265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50"/>
              <a:buFont typeface="Merriweather"/>
              <a:buNone/>
              <a:defRPr sz="265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50"/>
              <a:buFont typeface="Merriweather"/>
              <a:buNone/>
              <a:defRPr sz="265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50"/>
              <a:buFont typeface="Merriweather"/>
              <a:buNone/>
              <a:defRPr sz="265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9pPr>
          </a:lstStyle>
          <a:p>
            <a:endParaRPr/>
          </a:p>
        </p:txBody>
      </p:sp>
      <p:sp>
        <p:nvSpPr>
          <p:cNvPr id="729" name="Google Shape;729;p68"/>
          <p:cNvSpPr txBox="1">
            <a:spLocks noGrp="1"/>
          </p:cNvSpPr>
          <p:nvPr>
            <p:ph type="body" idx="2"/>
          </p:nvPr>
        </p:nvSpPr>
        <p:spPr>
          <a:xfrm>
            <a:off x="196951" y="196725"/>
            <a:ext cx="1859100" cy="209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79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>
                <a:solidFill>
                  <a:schemeClr val="dk1"/>
                </a:solidFill>
              </a:defRPr>
            </a:lvl1pPr>
            <a:lvl2pPr marL="914400" lvl="1" indent="-279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>
                <a:solidFill>
                  <a:schemeClr val="dk1"/>
                </a:solidFill>
              </a:defRPr>
            </a:lvl2pPr>
            <a:lvl3pPr marL="1371600" lvl="2" indent="-279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>
                <a:solidFill>
                  <a:schemeClr val="dk1"/>
                </a:solidFill>
              </a:defRPr>
            </a:lvl3pPr>
            <a:lvl4pPr marL="1828800" lvl="3" indent="-279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>
                <a:solidFill>
                  <a:schemeClr val="dk1"/>
                </a:solidFill>
              </a:defRPr>
            </a:lvl4pPr>
            <a:lvl5pPr marL="2286000" lvl="4" indent="-279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>
                <a:solidFill>
                  <a:schemeClr val="dk1"/>
                </a:solidFill>
              </a:defRPr>
            </a:lvl5pPr>
            <a:lvl6pPr marL="2743200" lvl="5" indent="-279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>
                <a:solidFill>
                  <a:schemeClr val="dk1"/>
                </a:solidFill>
              </a:defRPr>
            </a:lvl6pPr>
            <a:lvl7pPr marL="3200400" lvl="6" indent="-279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>
                <a:solidFill>
                  <a:schemeClr val="dk1"/>
                </a:solidFill>
              </a:defRPr>
            </a:lvl7pPr>
            <a:lvl8pPr marL="3657600" lvl="7" indent="-279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>
                <a:solidFill>
                  <a:schemeClr val="dk1"/>
                </a:solidFill>
              </a:defRPr>
            </a:lvl8pPr>
            <a:lvl9pPr marL="4114800" lvl="8" indent="-279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30" name="Google Shape;730;p68"/>
          <p:cNvSpPr txBox="1">
            <a:spLocks noGrp="1"/>
          </p:cNvSpPr>
          <p:nvPr>
            <p:ph type="body" idx="3"/>
          </p:nvPr>
        </p:nvSpPr>
        <p:spPr>
          <a:xfrm>
            <a:off x="7087526" y="196725"/>
            <a:ext cx="1933500" cy="209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794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>
                <a:solidFill>
                  <a:schemeClr val="dk1"/>
                </a:solidFill>
              </a:defRPr>
            </a:lvl1pPr>
            <a:lvl2pPr marL="914400" lvl="1" indent="-2794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>
                <a:solidFill>
                  <a:schemeClr val="dk1"/>
                </a:solidFill>
              </a:defRPr>
            </a:lvl2pPr>
            <a:lvl3pPr marL="1371600" lvl="2" indent="-2794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>
                <a:solidFill>
                  <a:schemeClr val="dk1"/>
                </a:solidFill>
              </a:defRPr>
            </a:lvl3pPr>
            <a:lvl4pPr marL="1828800" lvl="3" indent="-2794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>
                <a:solidFill>
                  <a:schemeClr val="dk1"/>
                </a:solidFill>
              </a:defRPr>
            </a:lvl4pPr>
            <a:lvl5pPr marL="2286000" lvl="4" indent="-2794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>
                <a:solidFill>
                  <a:schemeClr val="dk1"/>
                </a:solidFill>
              </a:defRPr>
            </a:lvl5pPr>
            <a:lvl6pPr marL="2743200" lvl="5" indent="-2794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>
                <a:solidFill>
                  <a:schemeClr val="dk1"/>
                </a:solidFill>
              </a:defRPr>
            </a:lvl6pPr>
            <a:lvl7pPr marL="3200400" lvl="6" indent="-2794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>
                <a:solidFill>
                  <a:schemeClr val="dk1"/>
                </a:solidFill>
              </a:defRPr>
            </a:lvl7pPr>
            <a:lvl8pPr marL="3657600" lvl="7" indent="-2794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>
                <a:solidFill>
                  <a:schemeClr val="dk1"/>
                </a:solidFill>
              </a:defRPr>
            </a:lvl8pPr>
            <a:lvl9pPr marL="4114800" lvl="8" indent="-2794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 2">
  <p:cSld name="TITLE_AND_BODY_1">
    <p:bg>
      <p:bgPr>
        <a:solidFill>
          <a:schemeClr val="dk1"/>
        </a:solidFill>
        <a:effectLst/>
      </p:bgPr>
    </p:bg>
    <p:spTree>
      <p:nvGrpSpPr>
        <p:cNvPr id="1" name="Shape 7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2" name="Google Shape;732;p6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33" name="Google Shape;733;p69"/>
          <p:cNvSpPr txBox="1">
            <a:spLocks noGrp="1"/>
          </p:cNvSpPr>
          <p:nvPr>
            <p:ph type="subTitle" idx="1"/>
          </p:nvPr>
        </p:nvSpPr>
        <p:spPr>
          <a:xfrm>
            <a:off x="975300" y="1864050"/>
            <a:ext cx="7193400" cy="1415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50"/>
              <a:buFont typeface="Merriweather"/>
              <a:buNone/>
              <a:defRPr sz="2650">
                <a:solidFill>
                  <a:schemeClr val="lt1"/>
                </a:solidFill>
                <a:latin typeface="Merriweather"/>
                <a:ea typeface="Merriweather"/>
                <a:cs typeface="Merriweather"/>
                <a:sym typeface="Merriweather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50"/>
              <a:buFont typeface="Merriweather"/>
              <a:buNone/>
              <a:defRPr sz="2650">
                <a:solidFill>
                  <a:schemeClr val="lt1"/>
                </a:solidFill>
                <a:latin typeface="Merriweather"/>
                <a:ea typeface="Merriweather"/>
                <a:cs typeface="Merriweather"/>
                <a:sym typeface="Merriweather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50"/>
              <a:buFont typeface="Merriweather"/>
              <a:buNone/>
              <a:defRPr sz="2650">
                <a:solidFill>
                  <a:schemeClr val="lt1"/>
                </a:solidFill>
                <a:latin typeface="Merriweather"/>
                <a:ea typeface="Merriweather"/>
                <a:cs typeface="Merriweather"/>
                <a:sym typeface="Merriweather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50"/>
              <a:buFont typeface="Merriweather"/>
              <a:buNone/>
              <a:defRPr sz="2650">
                <a:solidFill>
                  <a:schemeClr val="lt1"/>
                </a:solidFill>
                <a:latin typeface="Merriweather"/>
                <a:ea typeface="Merriweather"/>
                <a:cs typeface="Merriweather"/>
                <a:sym typeface="Merriweather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50"/>
              <a:buFont typeface="Merriweather"/>
              <a:buNone/>
              <a:defRPr sz="2650">
                <a:solidFill>
                  <a:schemeClr val="lt1"/>
                </a:solidFill>
                <a:latin typeface="Merriweather"/>
                <a:ea typeface="Merriweather"/>
                <a:cs typeface="Merriweather"/>
                <a:sym typeface="Merriweather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50"/>
              <a:buFont typeface="Merriweather"/>
              <a:buNone/>
              <a:defRPr sz="2650">
                <a:solidFill>
                  <a:schemeClr val="lt1"/>
                </a:solidFill>
                <a:latin typeface="Merriweather"/>
                <a:ea typeface="Merriweather"/>
                <a:cs typeface="Merriweather"/>
                <a:sym typeface="Merriweather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50"/>
              <a:buFont typeface="Merriweather"/>
              <a:buNone/>
              <a:defRPr sz="2650">
                <a:solidFill>
                  <a:schemeClr val="lt1"/>
                </a:solidFill>
                <a:latin typeface="Merriweather"/>
                <a:ea typeface="Merriweather"/>
                <a:cs typeface="Merriweather"/>
                <a:sym typeface="Merriweather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50"/>
              <a:buFont typeface="Merriweather"/>
              <a:buNone/>
              <a:defRPr sz="2650">
                <a:solidFill>
                  <a:schemeClr val="lt1"/>
                </a:solidFill>
                <a:latin typeface="Merriweather"/>
                <a:ea typeface="Merriweather"/>
                <a:cs typeface="Merriweather"/>
                <a:sym typeface="Merriweather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50"/>
              <a:buFont typeface="Merriweather"/>
              <a:buNone/>
              <a:defRPr sz="2650">
                <a:solidFill>
                  <a:schemeClr val="lt1"/>
                </a:solidFill>
                <a:latin typeface="Merriweather"/>
                <a:ea typeface="Merriweather"/>
                <a:cs typeface="Merriweather"/>
                <a:sym typeface="Merriweather"/>
              </a:defRPr>
            </a:lvl9pPr>
          </a:lstStyle>
          <a:p>
            <a:endParaRPr/>
          </a:p>
        </p:txBody>
      </p:sp>
      <p:sp>
        <p:nvSpPr>
          <p:cNvPr id="734" name="Google Shape;734;p69"/>
          <p:cNvSpPr txBox="1">
            <a:spLocks noGrp="1"/>
          </p:cNvSpPr>
          <p:nvPr>
            <p:ph type="body" idx="2"/>
          </p:nvPr>
        </p:nvSpPr>
        <p:spPr>
          <a:xfrm>
            <a:off x="196951" y="196725"/>
            <a:ext cx="1860300" cy="209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79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 sz="800">
                <a:solidFill>
                  <a:schemeClr val="lt1"/>
                </a:solidFill>
              </a:defRPr>
            </a:lvl1pPr>
            <a:lvl2pPr marL="914400" lvl="1" indent="-279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>
                <a:solidFill>
                  <a:schemeClr val="lt1"/>
                </a:solidFill>
              </a:defRPr>
            </a:lvl2pPr>
            <a:lvl3pPr marL="1371600" lvl="2" indent="-279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 sz="800">
                <a:solidFill>
                  <a:schemeClr val="lt1"/>
                </a:solidFill>
              </a:defRPr>
            </a:lvl3pPr>
            <a:lvl4pPr marL="1828800" lvl="3" indent="-279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 sz="800">
                <a:solidFill>
                  <a:schemeClr val="lt1"/>
                </a:solidFill>
              </a:defRPr>
            </a:lvl4pPr>
            <a:lvl5pPr marL="2286000" lvl="4" indent="-279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 sz="800">
                <a:solidFill>
                  <a:schemeClr val="lt1"/>
                </a:solidFill>
              </a:defRPr>
            </a:lvl5pPr>
            <a:lvl6pPr marL="2743200" lvl="5" indent="-279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 sz="800">
                <a:solidFill>
                  <a:schemeClr val="lt1"/>
                </a:solidFill>
              </a:defRPr>
            </a:lvl6pPr>
            <a:lvl7pPr marL="3200400" lvl="6" indent="-279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 sz="800">
                <a:solidFill>
                  <a:schemeClr val="lt1"/>
                </a:solidFill>
              </a:defRPr>
            </a:lvl7pPr>
            <a:lvl8pPr marL="3657600" lvl="7" indent="-279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 sz="800">
                <a:solidFill>
                  <a:schemeClr val="lt1"/>
                </a:solidFill>
              </a:defRPr>
            </a:lvl8pPr>
            <a:lvl9pPr marL="4114800" lvl="8" indent="-279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 sz="8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735" name="Google Shape;735;p69"/>
          <p:cNvSpPr txBox="1">
            <a:spLocks noGrp="1"/>
          </p:cNvSpPr>
          <p:nvPr>
            <p:ph type="body" idx="3"/>
          </p:nvPr>
        </p:nvSpPr>
        <p:spPr>
          <a:xfrm>
            <a:off x="7087526" y="196725"/>
            <a:ext cx="1933500" cy="209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794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 sz="800">
                <a:solidFill>
                  <a:schemeClr val="lt1"/>
                </a:solidFill>
              </a:defRPr>
            </a:lvl1pPr>
            <a:lvl2pPr marL="914400" lvl="1" indent="-2794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>
                <a:solidFill>
                  <a:schemeClr val="lt1"/>
                </a:solidFill>
              </a:defRPr>
            </a:lvl2pPr>
            <a:lvl3pPr marL="1371600" lvl="2" indent="-2794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 sz="800">
                <a:solidFill>
                  <a:schemeClr val="lt1"/>
                </a:solidFill>
              </a:defRPr>
            </a:lvl3pPr>
            <a:lvl4pPr marL="1828800" lvl="3" indent="-2794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 sz="800">
                <a:solidFill>
                  <a:schemeClr val="lt1"/>
                </a:solidFill>
              </a:defRPr>
            </a:lvl4pPr>
            <a:lvl5pPr marL="2286000" lvl="4" indent="-2794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 sz="800">
                <a:solidFill>
                  <a:schemeClr val="lt1"/>
                </a:solidFill>
              </a:defRPr>
            </a:lvl5pPr>
            <a:lvl6pPr marL="2743200" lvl="5" indent="-2794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 sz="800">
                <a:solidFill>
                  <a:schemeClr val="lt1"/>
                </a:solidFill>
              </a:defRPr>
            </a:lvl6pPr>
            <a:lvl7pPr marL="3200400" lvl="6" indent="-2794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 sz="800">
                <a:solidFill>
                  <a:schemeClr val="lt1"/>
                </a:solidFill>
              </a:defRPr>
            </a:lvl7pPr>
            <a:lvl8pPr marL="3657600" lvl="7" indent="-2794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 sz="800">
                <a:solidFill>
                  <a:schemeClr val="lt1"/>
                </a:solidFill>
              </a:defRPr>
            </a:lvl8pPr>
            <a:lvl9pPr marL="4114800" lvl="8" indent="-2794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 sz="8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body and image 1" type="twoColTx">
  <p:cSld name="TITLE_AND_TWO_COLUMNS">
    <p:spTree>
      <p:nvGrpSpPr>
        <p:cNvPr id="1" name="Shape 7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" name="Google Shape;737;p70"/>
          <p:cNvSpPr txBox="1">
            <a:spLocks noGrp="1"/>
          </p:cNvSpPr>
          <p:nvPr>
            <p:ph type="title"/>
          </p:nvPr>
        </p:nvSpPr>
        <p:spPr>
          <a:xfrm>
            <a:off x="197375" y="1052750"/>
            <a:ext cx="3151800" cy="1632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9pPr>
          </a:lstStyle>
          <a:p>
            <a:endParaRPr/>
          </a:p>
        </p:txBody>
      </p:sp>
      <p:sp>
        <p:nvSpPr>
          <p:cNvPr id="738" name="Google Shape;738;p70"/>
          <p:cNvSpPr txBox="1">
            <a:spLocks noGrp="1"/>
          </p:cNvSpPr>
          <p:nvPr>
            <p:ph type="body" idx="1"/>
          </p:nvPr>
        </p:nvSpPr>
        <p:spPr>
          <a:xfrm>
            <a:off x="197375" y="2685650"/>
            <a:ext cx="3151800" cy="1822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>
                <a:solidFill>
                  <a:schemeClr val="dk1"/>
                </a:solidFill>
              </a:defRPr>
            </a:lvl1pPr>
            <a:lvl2pPr marL="914400" lvl="1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 sz="1000">
                <a:solidFill>
                  <a:schemeClr val="dk1"/>
                </a:solidFill>
              </a:defRPr>
            </a:lvl2pPr>
            <a:lvl3pPr marL="1371600" lvl="2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>
                <a:solidFill>
                  <a:schemeClr val="dk1"/>
                </a:solidFill>
              </a:defRPr>
            </a:lvl3pPr>
            <a:lvl4pPr marL="1828800" lvl="3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>
                <a:solidFill>
                  <a:schemeClr val="dk1"/>
                </a:solidFill>
              </a:defRPr>
            </a:lvl4pPr>
            <a:lvl5pPr marL="2286000" lvl="4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>
                <a:solidFill>
                  <a:schemeClr val="dk1"/>
                </a:solidFill>
              </a:defRPr>
            </a:lvl5pPr>
            <a:lvl6pPr marL="2743200" lvl="5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>
                <a:solidFill>
                  <a:schemeClr val="dk1"/>
                </a:solidFill>
              </a:defRPr>
            </a:lvl6pPr>
            <a:lvl7pPr marL="3200400" lvl="6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>
                <a:solidFill>
                  <a:schemeClr val="dk1"/>
                </a:solidFill>
              </a:defRPr>
            </a:lvl7pPr>
            <a:lvl8pPr marL="3657600" lvl="7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>
                <a:solidFill>
                  <a:schemeClr val="dk1"/>
                </a:solidFill>
              </a:defRPr>
            </a:lvl8pPr>
            <a:lvl9pPr marL="4114800" lvl="8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39" name="Google Shape;739;p7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40" name="Google Shape;740;p70"/>
          <p:cNvSpPr>
            <a:spLocks noGrp="1"/>
          </p:cNvSpPr>
          <p:nvPr>
            <p:ph type="pic" idx="2"/>
          </p:nvPr>
        </p:nvSpPr>
        <p:spPr>
          <a:xfrm>
            <a:off x="3726325" y="669925"/>
            <a:ext cx="5220900" cy="4276800"/>
          </a:xfrm>
          <a:prstGeom prst="round2DiagRect">
            <a:avLst>
              <a:gd name="adj1" fmla="val 16667"/>
              <a:gd name="adj2" fmla="val 0"/>
            </a:avLst>
          </a:prstGeom>
          <a:noFill/>
          <a:ln>
            <a:noFill/>
          </a:ln>
        </p:spPr>
      </p:sp>
      <p:sp>
        <p:nvSpPr>
          <p:cNvPr id="741" name="Google Shape;741;p70"/>
          <p:cNvSpPr txBox="1">
            <a:spLocks noGrp="1"/>
          </p:cNvSpPr>
          <p:nvPr>
            <p:ph type="body" idx="3"/>
          </p:nvPr>
        </p:nvSpPr>
        <p:spPr>
          <a:xfrm>
            <a:off x="196951" y="196725"/>
            <a:ext cx="1860600" cy="209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79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>
                <a:solidFill>
                  <a:schemeClr val="dk1"/>
                </a:solidFill>
              </a:defRPr>
            </a:lvl1pPr>
            <a:lvl2pPr marL="914400" lvl="1" indent="-279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>
                <a:solidFill>
                  <a:schemeClr val="dk1"/>
                </a:solidFill>
              </a:defRPr>
            </a:lvl2pPr>
            <a:lvl3pPr marL="1371600" lvl="2" indent="-279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>
                <a:solidFill>
                  <a:schemeClr val="dk1"/>
                </a:solidFill>
              </a:defRPr>
            </a:lvl3pPr>
            <a:lvl4pPr marL="1828800" lvl="3" indent="-279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>
                <a:solidFill>
                  <a:schemeClr val="dk1"/>
                </a:solidFill>
              </a:defRPr>
            </a:lvl4pPr>
            <a:lvl5pPr marL="2286000" lvl="4" indent="-279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>
                <a:solidFill>
                  <a:schemeClr val="dk1"/>
                </a:solidFill>
              </a:defRPr>
            </a:lvl5pPr>
            <a:lvl6pPr marL="2743200" lvl="5" indent="-279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>
                <a:solidFill>
                  <a:schemeClr val="dk1"/>
                </a:solidFill>
              </a:defRPr>
            </a:lvl6pPr>
            <a:lvl7pPr marL="3200400" lvl="6" indent="-279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>
                <a:solidFill>
                  <a:schemeClr val="dk1"/>
                </a:solidFill>
              </a:defRPr>
            </a:lvl7pPr>
            <a:lvl8pPr marL="3657600" lvl="7" indent="-279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>
                <a:solidFill>
                  <a:schemeClr val="dk1"/>
                </a:solidFill>
              </a:defRPr>
            </a:lvl8pPr>
            <a:lvl9pPr marL="4114800" lvl="8" indent="-279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42" name="Google Shape;742;p70"/>
          <p:cNvSpPr txBox="1">
            <a:spLocks noGrp="1"/>
          </p:cNvSpPr>
          <p:nvPr>
            <p:ph type="body" idx="4"/>
          </p:nvPr>
        </p:nvSpPr>
        <p:spPr>
          <a:xfrm>
            <a:off x="7087526" y="196725"/>
            <a:ext cx="1933500" cy="209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794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>
                <a:solidFill>
                  <a:schemeClr val="dk1"/>
                </a:solidFill>
              </a:defRPr>
            </a:lvl1pPr>
            <a:lvl2pPr marL="914400" lvl="1" indent="-2794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>
                <a:solidFill>
                  <a:schemeClr val="dk1"/>
                </a:solidFill>
              </a:defRPr>
            </a:lvl2pPr>
            <a:lvl3pPr marL="1371600" lvl="2" indent="-2794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>
                <a:solidFill>
                  <a:schemeClr val="dk1"/>
                </a:solidFill>
              </a:defRPr>
            </a:lvl3pPr>
            <a:lvl4pPr marL="1828800" lvl="3" indent="-2794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>
                <a:solidFill>
                  <a:schemeClr val="dk1"/>
                </a:solidFill>
              </a:defRPr>
            </a:lvl4pPr>
            <a:lvl5pPr marL="2286000" lvl="4" indent="-2794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>
                <a:solidFill>
                  <a:schemeClr val="dk1"/>
                </a:solidFill>
              </a:defRPr>
            </a:lvl5pPr>
            <a:lvl6pPr marL="2743200" lvl="5" indent="-2794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>
                <a:solidFill>
                  <a:schemeClr val="dk1"/>
                </a:solidFill>
              </a:defRPr>
            </a:lvl6pPr>
            <a:lvl7pPr marL="3200400" lvl="6" indent="-2794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>
                <a:solidFill>
                  <a:schemeClr val="dk1"/>
                </a:solidFill>
              </a:defRPr>
            </a:lvl7pPr>
            <a:lvl8pPr marL="3657600" lvl="7" indent="-2794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>
                <a:solidFill>
                  <a:schemeClr val="dk1"/>
                </a:solidFill>
              </a:defRPr>
            </a:lvl8pPr>
            <a:lvl9pPr marL="4114800" lvl="8" indent="-2794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body and image 2">
  <p:cSld name="TITLE_AND_TWO_COLUMNS_1">
    <p:bg>
      <p:bgPr>
        <a:solidFill>
          <a:schemeClr val="dk1"/>
        </a:solidFill>
        <a:effectLst/>
      </p:bgPr>
    </p:bg>
    <p:spTree>
      <p:nvGrpSpPr>
        <p:cNvPr id="1" name="Shape 7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4" name="Google Shape;744;p71"/>
          <p:cNvSpPr txBox="1">
            <a:spLocks noGrp="1"/>
          </p:cNvSpPr>
          <p:nvPr>
            <p:ph type="title"/>
          </p:nvPr>
        </p:nvSpPr>
        <p:spPr>
          <a:xfrm>
            <a:off x="197375" y="1052750"/>
            <a:ext cx="3151800" cy="1632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5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5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5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5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5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5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5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5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5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745" name="Google Shape;745;p71"/>
          <p:cNvSpPr txBox="1">
            <a:spLocks noGrp="1"/>
          </p:cNvSpPr>
          <p:nvPr>
            <p:ph type="body" idx="1"/>
          </p:nvPr>
        </p:nvSpPr>
        <p:spPr>
          <a:xfrm>
            <a:off x="197375" y="2685650"/>
            <a:ext cx="3151800" cy="1822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1pPr>
            <a:lvl2pPr marL="914400" lvl="1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 sz="1000">
                <a:solidFill>
                  <a:schemeClr val="lt1"/>
                </a:solidFill>
              </a:defRPr>
            </a:lvl2pPr>
            <a:lvl3pPr marL="1371600" lvl="2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3pPr>
            <a:lvl4pPr marL="1828800" lvl="3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4pPr>
            <a:lvl5pPr marL="2286000" lvl="4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5pPr>
            <a:lvl6pPr marL="2743200" lvl="5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6pPr>
            <a:lvl7pPr marL="3200400" lvl="6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7pPr>
            <a:lvl8pPr marL="3657600" lvl="7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8pPr>
            <a:lvl9pPr marL="4114800" lvl="8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746" name="Google Shape;746;p7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47" name="Google Shape;747;p71"/>
          <p:cNvSpPr>
            <a:spLocks noGrp="1"/>
          </p:cNvSpPr>
          <p:nvPr>
            <p:ph type="pic" idx="2"/>
          </p:nvPr>
        </p:nvSpPr>
        <p:spPr>
          <a:xfrm>
            <a:off x="3726325" y="669925"/>
            <a:ext cx="5220900" cy="4276800"/>
          </a:xfrm>
          <a:prstGeom prst="round2DiagRect">
            <a:avLst>
              <a:gd name="adj1" fmla="val 16667"/>
              <a:gd name="adj2" fmla="val 0"/>
            </a:avLst>
          </a:prstGeom>
          <a:noFill/>
          <a:ln>
            <a:noFill/>
          </a:ln>
        </p:spPr>
      </p:sp>
      <p:sp>
        <p:nvSpPr>
          <p:cNvPr id="748" name="Google Shape;748;p71"/>
          <p:cNvSpPr txBox="1">
            <a:spLocks noGrp="1"/>
          </p:cNvSpPr>
          <p:nvPr>
            <p:ph type="body" idx="3"/>
          </p:nvPr>
        </p:nvSpPr>
        <p:spPr>
          <a:xfrm>
            <a:off x="196951" y="196725"/>
            <a:ext cx="1860300" cy="209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79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 sz="800">
                <a:solidFill>
                  <a:schemeClr val="lt1"/>
                </a:solidFill>
              </a:defRPr>
            </a:lvl1pPr>
            <a:lvl2pPr marL="914400" lvl="1" indent="-279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>
                <a:solidFill>
                  <a:schemeClr val="lt1"/>
                </a:solidFill>
              </a:defRPr>
            </a:lvl2pPr>
            <a:lvl3pPr marL="1371600" lvl="2" indent="-279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 sz="800">
                <a:solidFill>
                  <a:schemeClr val="lt1"/>
                </a:solidFill>
              </a:defRPr>
            </a:lvl3pPr>
            <a:lvl4pPr marL="1828800" lvl="3" indent="-279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 sz="800">
                <a:solidFill>
                  <a:schemeClr val="lt1"/>
                </a:solidFill>
              </a:defRPr>
            </a:lvl4pPr>
            <a:lvl5pPr marL="2286000" lvl="4" indent="-279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 sz="800">
                <a:solidFill>
                  <a:schemeClr val="lt1"/>
                </a:solidFill>
              </a:defRPr>
            </a:lvl5pPr>
            <a:lvl6pPr marL="2743200" lvl="5" indent="-279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 sz="800">
                <a:solidFill>
                  <a:schemeClr val="lt1"/>
                </a:solidFill>
              </a:defRPr>
            </a:lvl6pPr>
            <a:lvl7pPr marL="3200400" lvl="6" indent="-279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 sz="800">
                <a:solidFill>
                  <a:schemeClr val="lt1"/>
                </a:solidFill>
              </a:defRPr>
            </a:lvl7pPr>
            <a:lvl8pPr marL="3657600" lvl="7" indent="-279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 sz="800">
                <a:solidFill>
                  <a:schemeClr val="lt1"/>
                </a:solidFill>
              </a:defRPr>
            </a:lvl8pPr>
            <a:lvl9pPr marL="4114800" lvl="8" indent="-279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 sz="8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749" name="Google Shape;749;p71"/>
          <p:cNvSpPr txBox="1">
            <a:spLocks noGrp="1"/>
          </p:cNvSpPr>
          <p:nvPr>
            <p:ph type="body" idx="4"/>
          </p:nvPr>
        </p:nvSpPr>
        <p:spPr>
          <a:xfrm>
            <a:off x="7087526" y="196725"/>
            <a:ext cx="1933500" cy="209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794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 sz="800">
                <a:solidFill>
                  <a:schemeClr val="lt1"/>
                </a:solidFill>
              </a:defRPr>
            </a:lvl1pPr>
            <a:lvl2pPr marL="914400" lvl="1" indent="-2794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>
                <a:solidFill>
                  <a:schemeClr val="lt1"/>
                </a:solidFill>
              </a:defRPr>
            </a:lvl2pPr>
            <a:lvl3pPr marL="1371600" lvl="2" indent="-2794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 sz="800">
                <a:solidFill>
                  <a:schemeClr val="lt1"/>
                </a:solidFill>
              </a:defRPr>
            </a:lvl3pPr>
            <a:lvl4pPr marL="1828800" lvl="3" indent="-2794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 sz="800">
                <a:solidFill>
                  <a:schemeClr val="lt1"/>
                </a:solidFill>
              </a:defRPr>
            </a:lvl4pPr>
            <a:lvl5pPr marL="2286000" lvl="4" indent="-2794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 sz="800">
                <a:solidFill>
                  <a:schemeClr val="lt1"/>
                </a:solidFill>
              </a:defRPr>
            </a:lvl5pPr>
            <a:lvl6pPr marL="2743200" lvl="5" indent="-2794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 sz="800">
                <a:solidFill>
                  <a:schemeClr val="lt1"/>
                </a:solidFill>
              </a:defRPr>
            </a:lvl6pPr>
            <a:lvl7pPr marL="3200400" lvl="6" indent="-2794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 sz="800">
                <a:solidFill>
                  <a:schemeClr val="lt1"/>
                </a:solidFill>
              </a:defRPr>
            </a:lvl7pPr>
            <a:lvl8pPr marL="3657600" lvl="7" indent="-2794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 sz="800">
                <a:solidFill>
                  <a:schemeClr val="lt1"/>
                </a:solidFill>
              </a:defRPr>
            </a:lvl8pPr>
            <a:lvl9pPr marL="4114800" lvl="8" indent="-2794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 sz="8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750" name="Google Shape;750;p71"/>
          <p:cNvSpPr txBox="1">
            <a:spLocks noGrp="1"/>
          </p:cNvSpPr>
          <p:nvPr>
            <p:ph type="sldNum" idx="5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chart">
  <p:cSld name="SECTION_TITLE_AND_DESCRIPTION">
    <p:bg>
      <p:bgPr>
        <a:solidFill>
          <a:schemeClr val="lt2"/>
        </a:solidFill>
        <a:effectLst/>
      </p:bgPr>
    </p:bg>
    <p:spTree>
      <p:nvGrpSpPr>
        <p:cNvPr id="1" name="Shape 7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2" name="Google Shape;752;p72"/>
          <p:cNvSpPr/>
          <p:nvPr/>
        </p:nvSpPr>
        <p:spPr>
          <a:xfrm>
            <a:off x="4305000" y="-125"/>
            <a:ext cx="4839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753" name="Google Shape;753;p7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54" name="Google Shape;754;p72"/>
          <p:cNvSpPr txBox="1">
            <a:spLocks noGrp="1"/>
          </p:cNvSpPr>
          <p:nvPr>
            <p:ph type="title"/>
          </p:nvPr>
        </p:nvSpPr>
        <p:spPr>
          <a:xfrm>
            <a:off x="197375" y="1052750"/>
            <a:ext cx="3151800" cy="1632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450"/>
              <a:buNone/>
              <a:defRPr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45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45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45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45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45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45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45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450"/>
              <a:buNone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755" name="Google Shape;755;p72"/>
          <p:cNvSpPr txBox="1">
            <a:spLocks noGrp="1"/>
          </p:cNvSpPr>
          <p:nvPr>
            <p:ph type="body" idx="1"/>
          </p:nvPr>
        </p:nvSpPr>
        <p:spPr>
          <a:xfrm>
            <a:off x="197375" y="2685650"/>
            <a:ext cx="3151800" cy="1822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2pPr>
            <a:lvl3pPr marL="1371600" lvl="2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756" name="Google Shape;756;p72"/>
          <p:cNvSpPr txBox="1">
            <a:spLocks noGrp="1"/>
          </p:cNvSpPr>
          <p:nvPr>
            <p:ph type="body" idx="2"/>
          </p:nvPr>
        </p:nvSpPr>
        <p:spPr>
          <a:xfrm>
            <a:off x="196951" y="196725"/>
            <a:ext cx="1860600" cy="209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7940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1pPr>
            <a:lvl2pPr marL="914400" lvl="1" indent="-2794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marL="1371600" lvl="2" indent="-27940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3pPr>
            <a:lvl4pPr marL="1828800" lvl="3" indent="-27940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4pPr>
            <a:lvl5pPr marL="2286000" lvl="4" indent="-27940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5pPr>
            <a:lvl6pPr marL="2743200" lvl="5" indent="-27940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6pPr>
            <a:lvl7pPr marL="3200400" lvl="6" indent="-27940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7pPr>
            <a:lvl8pPr marL="3657600" lvl="7" indent="-27940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8pPr>
            <a:lvl9pPr marL="4114800" lvl="8" indent="-27940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9pPr>
          </a:lstStyle>
          <a:p>
            <a:endParaRPr/>
          </a:p>
        </p:txBody>
      </p:sp>
      <p:sp>
        <p:nvSpPr>
          <p:cNvPr id="757" name="Google Shape;757;p72"/>
          <p:cNvSpPr txBox="1">
            <a:spLocks noGrp="1"/>
          </p:cNvSpPr>
          <p:nvPr>
            <p:ph type="body" idx="3"/>
          </p:nvPr>
        </p:nvSpPr>
        <p:spPr>
          <a:xfrm>
            <a:off x="7087526" y="196725"/>
            <a:ext cx="1933500" cy="209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794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 sz="800">
                <a:solidFill>
                  <a:schemeClr val="lt1"/>
                </a:solidFill>
              </a:defRPr>
            </a:lvl1pPr>
            <a:lvl2pPr marL="914400" lvl="1" indent="-2794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>
                <a:solidFill>
                  <a:schemeClr val="lt1"/>
                </a:solidFill>
              </a:defRPr>
            </a:lvl2pPr>
            <a:lvl3pPr marL="1371600" lvl="2" indent="-2794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 sz="800">
                <a:solidFill>
                  <a:schemeClr val="lt1"/>
                </a:solidFill>
              </a:defRPr>
            </a:lvl3pPr>
            <a:lvl4pPr marL="1828800" lvl="3" indent="-2794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 sz="800">
                <a:solidFill>
                  <a:schemeClr val="lt1"/>
                </a:solidFill>
              </a:defRPr>
            </a:lvl4pPr>
            <a:lvl5pPr marL="2286000" lvl="4" indent="-2794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 sz="800">
                <a:solidFill>
                  <a:schemeClr val="lt1"/>
                </a:solidFill>
              </a:defRPr>
            </a:lvl5pPr>
            <a:lvl6pPr marL="2743200" lvl="5" indent="-2794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 sz="800">
                <a:solidFill>
                  <a:schemeClr val="lt1"/>
                </a:solidFill>
              </a:defRPr>
            </a:lvl6pPr>
            <a:lvl7pPr marL="3200400" lvl="6" indent="-2794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 sz="800">
                <a:solidFill>
                  <a:schemeClr val="lt1"/>
                </a:solidFill>
              </a:defRPr>
            </a:lvl7pPr>
            <a:lvl8pPr marL="3657600" lvl="7" indent="-2794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 sz="800">
                <a:solidFill>
                  <a:schemeClr val="lt1"/>
                </a:solidFill>
              </a:defRPr>
            </a:lvl8pPr>
            <a:lvl9pPr marL="4114800" lvl="8" indent="-2794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 sz="8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ppendix">
  <p:cSld name="CAPTION_ONLY">
    <p:bg>
      <p:bgPr>
        <a:solidFill>
          <a:schemeClr val="lt2"/>
        </a:solidFill>
        <a:effectLst/>
      </p:bgPr>
    </p:bg>
    <p:spTree>
      <p:nvGrpSpPr>
        <p:cNvPr id="1" name="Shape 7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9" name="Google Shape;759;p7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60" name="Google Shape;760;p73"/>
          <p:cNvSpPr txBox="1">
            <a:spLocks noGrp="1"/>
          </p:cNvSpPr>
          <p:nvPr>
            <p:ph type="body" idx="1"/>
          </p:nvPr>
        </p:nvSpPr>
        <p:spPr>
          <a:xfrm>
            <a:off x="203000" y="891450"/>
            <a:ext cx="2644800" cy="429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marL="914400" lvl="1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marL="1371600" lvl="2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marL="1828800" lvl="3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marL="2286000" lvl="4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marL="2743200" lvl="5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marL="3200400" lvl="6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marL="3657600" lvl="7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marL="4114800" lvl="8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>
            <a:endParaRPr/>
          </a:p>
        </p:txBody>
      </p:sp>
      <p:sp>
        <p:nvSpPr>
          <p:cNvPr id="761" name="Google Shape;761;p73"/>
          <p:cNvSpPr txBox="1">
            <a:spLocks noGrp="1"/>
          </p:cNvSpPr>
          <p:nvPr>
            <p:ph type="body" idx="2"/>
          </p:nvPr>
        </p:nvSpPr>
        <p:spPr>
          <a:xfrm>
            <a:off x="203000" y="1320450"/>
            <a:ext cx="2644800" cy="268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marL="1371600" lvl="2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marL="1828800" lvl="3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marL="2286000" lvl="4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marL="2743200" lvl="5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marL="3200400" lvl="6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marL="3657600" lvl="7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marL="4114800" lvl="8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>
            <a:endParaRPr/>
          </a:p>
        </p:txBody>
      </p:sp>
      <p:sp>
        <p:nvSpPr>
          <p:cNvPr id="762" name="Google Shape;762;p73"/>
          <p:cNvSpPr txBox="1">
            <a:spLocks noGrp="1"/>
          </p:cNvSpPr>
          <p:nvPr>
            <p:ph type="body" idx="3"/>
          </p:nvPr>
        </p:nvSpPr>
        <p:spPr>
          <a:xfrm>
            <a:off x="203000" y="1588650"/>
            <a:ext cx="2644800" cy="268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79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1pPr>
            <a:lvl2pPr marL="914400" lvl="1" indent="-279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○"/>
              <a:defRPr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marL="1371600" lvl="2" indent="-279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■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marL="1828800" lvl="3" indent="-279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●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marL="2286000" lvl="4" indent="-279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○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marL="2743200" lvl="5" indent="-279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■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marL="3200400" lvl="6" indent="-279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●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marL="3657600" lvl="7" indent="-279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○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marL="4114800" lvl="8" indent="-279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■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>
            <a:endParaRPr/>
          </a:p>
        </p:txBody>
      </p:sp>
      <p:sp>
        <p:nvSpPr>
          <p:cNvPr id="763" name="Google Shape;763;p73"/>
          <p:cNvSpPr txBox="1">
            <a:spLocks noGrp="1"/>
          </p:cNvSpPr>
          <p:nvPr>
            <p:ph type="body" idx="4"/>
          </p:nvPr>
        </p:nvSpPr>
        <p:spPr>
          <a:xfrm>
            <a:off x="203000" y="2206550"/>
            <a:ext cx="2644800" cy="429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marL="914400" lvl="1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marL="1371600" lvl="2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marL="1828800" lvl="3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marL="2286000" lvl="4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marL="2743200" lvl="5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marL="3200400" lvl="6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marL="3657600" lvl="7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marL="4114800" lvl="8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>
            <a:endParaRPr/>
          </a:p>
        </p:txBody>
      </p:sp>
      <p:sp>
        <p:nvSpPr>
          <p:cNvPr id="764" name="Google Shape;764;p73"/>
          <p:cNvSpPr txBox="1">
            <a:spLocks noGrp="1"/>
          </p:cNvSpPr>
          <p:nvPr>
            <p:ph type="body" idx="5"/>
          </p:nvPr>
        </p:nvSpPr>
        <p:spPr>
          <a:xfrm>
            <a:off x="203000" y="2635550"/>
            <a:ext cx="2644800" cy="268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marL="1371600" lvl="2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marL="1828800" lvl="3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marL="2286000" lvl="4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marL="2743200" lvl="5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marL="3200400" lvl="6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marL="3657600" lvl="7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marL="4114800" lvl="8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>
            <a:endParaRPr/>
          </a:p>
        </p:txBody>
      </p:sp>
      <p:sp>
        <p:nvSpPr>
          <p:cNvPr id="765" name="Google Shape;765;p73"/>
          <p:cNvSpPr txBox="1">
            <a:spLocks noGrp="1"/>
          </p:cNvSpPr>
          <p:nvPr>
            <p:ph type="body" idx="6"/>
          </p:nvPr>
        </p:nvSpPr>
        <p:spPr>
          <a:xfrm>
            <a:off x="203000" y="2903750"/>
            <a:ext cx="2644800" cy="268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79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1pPr>
            <a:lvl2pPr marL="914400" lvl="1" indent="-279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○"/>
              <a:defRPr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marL="1371600" lvl="2" indent="-279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■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marL="1828800" lvl="3" indent="-279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●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marL="2286000" lvl="4" indent="-279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○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marL="2743200" lvl="5" indent="-279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■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marL="3200400" lvl="6" indent="-279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●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marL="3657600" lvl="7" indent="-279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○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marL="4114800" lvl="8" indent="-279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■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>
            <a:endParaRPr/>
          </a:p>
        </p:txBody>
      </p:sp>
      <p:sp>
        <p:nvSpPr>
          <p:cNvPr id="766" name="Google Shape;766;p73"/>
          <p:cNvSpPr txBox="1">
            <a:spLocks noGrp="1"/>
          </p:cNvSpPr>
          <p:nvPr>
            <p:ph type="body" idx="7"/>
          </p:nvPr>
        </p:nvSpPr>
        <p:spPr>
          <a:xfrm>
            <a:off x="203000" y="3433400"/>
            <a:ext cx="2644800" cy="429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marL="914400" lvl="1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marL="1371600" lvl="2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marL="1828800" lvl="3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marL="2286000" lvl="4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marL="2743200" lvl="5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marL="3200400" lvl="6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marL="3657600" lvl="7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marL="4114800" lvl="8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>
            <a:endParaRPr/>
          </a:p>
        </p:txBody>
      </p:sp>
      <p:sp>
        <p:nvSpPr>
          <p:cNvPr id="767" name="Google Shape;767;p73"/>
          <p:cNvSpPr txBox="1">
            <a:spLocks noGrp="1"/>
          </p:cNvSpPr>
          <p:nvPr>
            <p:ph type="body" idx="8"/>
          </p:nvPr>
        </p:nvSpPr>
        <p:spPr>
          <a:xfrm>
            <a:off x="203000" y="3862400"/>
            <a:ext cx="2644800" cy="268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marL="1371600" lvl="2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marL="1828800" lvl="3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marL="2286000" lvl="4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marL="2743200" lvl="5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marL="3200400" lvl="6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marL="3657600" lvl="7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marL="4114800" lvl="8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>
            <a:endParaRPr/>
          </a:p>
        </p:txBody>
      </p:sp>
      <p:sp>
        <p:nvSpPr>
          <p:cNvPr id="768" name="Google Shape;768;p73"/>
          <p:cNvSpPr txBox="1">
            <a:spLocks noGrp="1"/>
          </p:cNvSpPr>
          <p:nvPr>
            <p:ph type="body" idx="9"/>
          </p:nvPr>
        </p:nvSpPr>
        <p:spPr>
          <a:xfrm>
            <a:off x="203000" y="4130600"/>
            <a:ext cx="2644800" cy="268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79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1pPr>
            <a:lvl2pPr marL="914400" lvl="1" indent="-279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○"/>
              <a:defRPr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marL="1371600" lvl="2" indent="-279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■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marL="1828800" lvl="3" indent="-279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●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marL="2286000" lvl="4" indent="-279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○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marL="2743200" lvl="5" indent="-279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■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marL="3200400" lvl="6" indent="-279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●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marL="3657600" lvl="7" indent="-279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○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marL="4114800" lvl="8" indent="-279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■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>
            <a:endParaRPr/>
          </a:p>
        </p:txBody>
      </p:sp>
      <p:sp>
        <p:nvSpPr>
          <p:cNvPr id="769" name="Google Shape;769;p73"/>
          <p:cNvSpPr txBox="1">
            <a:spLocks noGrp="1"/>
          </p:cNvSpPr>
          <p:nvPr>
            <p:ph type="body" idx="13"/>
          </p:nvPr>
        </p:nvSpPr>
        <p:spPr>
          <a:xfrm>
            <a:off x="3249600" y="891450"/>
            <a:ext cx="2644800" cy="429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marL="914400" lvl="1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marL="1371600" lvl="2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marL="1828800" lvl="3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marL="2286000" lvl="4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marL="2743200" lvl="5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marL="3200400" lvl="6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marL="3657600" lvl="7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marL="4114800" lvl="8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>
            <a:endParaRPr/>
          </a:p>
        </p:txBody>
      </p:sp>
      <p:sp>
        <p:nvSpPr>
          <p:cNvPr id="770" name="Google Shape;770;p73"/>
          <p:cNvSpPr txBox="1">
            <a:spLocks noGrp="1"/>
          </p:cNvSpPr>
          <p:nvPr>
            <p:ph type="body" idx="14"/>
          </p:nvPr>
        </p:nvSpPr>
        <p:spPr>
          <a:xfrm>
            <a:off x="3249600" y="1320450"/>
            <a:ext cx="2644800" cy="268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marL="1371600" lvl="2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marL="1828800" lvl="3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marL="2286000" lvl="4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marL="2743200" lvl="5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marL="3200400" lvl="6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marL="3657600" lvl="7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marL="4114800" lvl="8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>
            <a:endParaRPr/>
          </a:p>
        </p:txBody>
      </p:sp>
      <p:sp>
        <p:nvSpPr>
          <p:cNvPr id="771" name="Google Shape;771;p73"/>
          <p:cNvSpPr txBox="1">
            <a:spLocks noGrp="1"/>
          </p:cNvSpPr>
          <p:nvPr>
            <p:ph type="body" idx="15"/>
          </p:nvPr>
        </p:nvSpPr>
        <p:spPr>
          <a:xfrm>
            <a:off x="3249600" y="1588650"/>
            <a:ext cx="2644800" cy="268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79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1pPr>
            <a:lvl2pPr marL="914400" lvl="1" indent="-279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○"/>
              <a:defRPr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marL="1371600" lvl="2" indent="-279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■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marL="1828800" lvl="3" indent="-279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●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marL="2286000" lvl="4" indent="-279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○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marL="2743200" lvl="5" indent="-279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■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marL="3200400" lvl="6" indent="-279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●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marL="3657600" lvl="7" indent="-279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○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marL="4114800" lvl="8" indent="-279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■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>
            <a:endParaRPr/>
          </a:p>
        </p:txBody>
      </p:sp>
      <p:sp>
        <p:nvSpPr>
          <p:cNvPr id="772" name="Google Shape;772;p73"/>
          <p:cNvSpPr txBox="1">
            <a:spLocks noGrp="1"/>
          </p:cNvSpPr>
          <p:nvPr>
            <p:ph type="body" idx="16"/>
          </p:nvPr>
        </p:nvSpPr>
        <p:spPr>
          <a:xfrm>
            <a:off x="3249600" y="2206550"/>
            <a:ext cx="2644800" cy="429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marL="914400" lvl="1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marL="1371600" lvl="2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marL="1828800" lvl="3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marL="2286000" lvl="4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marL="2743200" lvl="5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marL="3200400" lvl="6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marL="3657600" lvl="7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marL="4114800" lvl="8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>
            <a:endParaRPr/>
          </a:p>
        </p:txBody>
      </p:sp>
      <p:sp>
        <p:nvSpPr>
          <p:cNvPr id="773" name="Google Shape;773;p73"/>
          <p:cNvSpPr txBox="1">
            <a:spLocks noGrp="1"/>
          </p:cNvSpPr>
          <p:nvPr>
            <p:ph type="body" idx="17"/>
          </p:nvPr>
        </p:nvSpPr>
        <p:spPr>
          <a:xfrm>
            <a:off x="3249600" y="2635550"/>
            <a:ext cx="2644800" cy="268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marL="1371600" lvl="2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marL="1828800" lvl="3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marL="2286000" lvl="4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marL="2743200" lvl="5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marL="3200400" lvl="6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marL="3657600" lvl="7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marL="4114800" lvl="8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>
            <a:endParaRPr/>
          </a:p>
        </p:txBody>
      </p:sp>
      <p:sp>
        <p:nvSpPr>
          <p:cNvPr id="774" name="Google Shape;774;p73"/>
          <p:cNvSpPr txBox="1">
            <a:spLocks noGrp="1"/>
          </p:cNvSpPr>
          <p:nvPr>
            <p:ph type="body" idx="18"/>
          </p:nvPr>
        </p:nvSpPr>
        <p:spPr>
          <a:xfrm>
            <a:off x="3249600" y="2903750"/>
            <a:ext cx="2644800" cy="268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79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1pPr>
            <a:lvl2pPr marL="914400" lvl="1" indent="-279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○"/>
              <a:defRPr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marL="1371600" lvl="2" indent="-279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■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marL="1828800" lvl="3" indent="-279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●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marL="2286000" lvl="4" indent="-279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○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marL="2743200" lvl="5" indent="-279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■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marL="3200400" lvl="6" indent="-279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●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marL="3657600" lvl="7" indent="-279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○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marL="4114800" lvl="8" indent="-279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■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>
            <a:endParaRPr/>
          </a:p>
        </p:txBody>
      </p:sp>
      <p:sp>
        <p:nvSpPr>
          <p:cNvPr id="775" name="Google Shape;775;p73"/>
          <p:cNvSpPr txBox="1">
            <a:spLocks noGrp="1"/>
          </p:cNvSpPr>
          <p:nvPr>
            <p:ph type="body" idx="19"/>
          </p:nvPr>
        </p:nvSpPr>
        <p:spPr>
          <a:xfrm>
            <a:off x="3249600" y="3433400"/>
            <a:ext cx="2644800" cy="429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marL="914400" lvl="1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marL="1371600" lvl="2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marL="1828800" lvl="3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marL="2286000" lvl="4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marL="2743200" lvl="5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marL="3200400" lvl="6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marL="3657600" lvl="7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marL="4114800" lvl="8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>
            <a:endParaRPr/>
          </a:p>
        </p:txBody>
      </p:sp>
      <p:sp>
        <p:nvSpPr>
          <p:cNvPr id="776" name="Google Shape;776;p73"/>
          <p:cNvSpPr txBox="1">
            <a:spLocks noGrp="1"/>
          </p:cNvSpPr>
          <p:nvPr>
            <p:ph type="body" idx="20"/>
          </p:nvPr>
        </p:nvSpPr>
        <p:spPr>
          <a:xfrm>
            <a:off x="3249600" y="3862400"/>
            <a:ext cx="2644800" cy="268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marL="1371600" lvl="2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marL="1828800" lvl="3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marL="2286000" lvl="4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marL="2743200" lvl="5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marL="3200400" lvl="6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marL="3657600" lvl="7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marL="4114800" lvl="8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>
            <a:endParaRPr/>
          </a:p>
        </p:txBody>
      </p:sp>
      <p:sp>
        <p:nvSpPr>
          <p:cNvPr id="777" name="Google Shape;777;p73"/>
          <p:cNvSpPr txBox="1">
            <a:spLocks noGrp="1"/>
          </p:cNvSpPr>
          <p:nvPr>
            <p:ph type="body" idx="21"/>
          </p:nvPr>
        </p:nvSpPr>
        <p:spPr>
          <a:xfrm>
            <a:off x="3249600" y="4130600"/>
            <a:ext cx="2644800" cy="268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79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1pPr>
            <a:lvl2pPr marL="914400" lvl="1" indent="-279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○"/>
              <a:defRPr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marL="1371600" lvl="2" indent="-279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■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marL="1828800" lvl="3" indent="-279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●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marL="2286000" lvl="4" indent="-279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○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marL="2743200" lvl="5" indent="-279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■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marL="3200400" lvl="6" indent="-279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●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marL="3657600" lvl="7" indent="-279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○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marL="4114800" lvl="8" indent="-279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■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>
            <a:endParaRPr/>
          </a:p>
        </p:txBody>
      </p:sp>
      <p:sp>
        <p:nvSpPr>
          <p:cNvPr id="778" name="Google Shape;778;p73"/>
          <p:cNvSpPr txBox="1">
            <a:spLocks noGrp="1"/>
          </p:cNvSpPr>
          <p:nvPr>
            <p:ph type="body" idx="22"/>
          </p:nvPr>
        </p:nvSpPr>
        <p:spPr>
          <a:xfrm>
            <a:off x="6296200" y="891450"/>
            <a:ext cx="2644800" cy="429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marL="914400" lvl="1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marL="1371600" lvl="2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marL="1828800" lvl="3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marL="2286000" lvl="4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marL="2743200" lvl="5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marL="3200400" lvl="6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marL="3657600" lvl="7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marL="4114800" lvl="8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>
            <a:endParaRPr/>
          </a:p>
        </p:txBody>
      </p:sp>
      <p:sp>
        <p:nvSpPr>
          <p:cNvPr id="779" name="Google Shape;779;p73"/>
          <p:cNvSpPr txBox="1">
            <a:spLocks noGrp="1"/>
          </p:cNvSpPr>
          <p:nvPr>
            <p:ph type="body" idx="23"/>
          </p:nvPr>
        </p:nvSpPr>
        <p:spPr>
          <a:xfrm>
            <a:off x="6296200" y="1320450"/>
            <a:ext cx="2644800" cy="268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marL="1371600" lvl="2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marL="1828800" lvl="3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marL="2286000" lvl="4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marL="2743200" lvl="5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marL="3200400" lvl="6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marL="3657600" lvl="7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marL="4114800" lvl="8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>
            <a:endParaRPr/>
          </a:p>
        </p:txBody>
      </p:sp>
      <p:sp>
        <p:nvSpPr>
          <p:cNvPr id="780" name="Google Shape;780;p73"/>
          <p:cNvSpPr txBox="1">
            <a:spLocks noGrp="1"/>
          </p:cNvSpPr>
          <p:nvPr>
            <p:ph type="body" idx="24"/>
          </p:nvPr>
        </p:nvSpPr>
        <p:spPr>
          <a:xfrm>
            <a:off x="6296200" y="1588650"/>
            <a:ext cx="2644800" cy="268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79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1pPr>
            <a:lvl2pPr marL="914400" lvl="1" indent="-279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○"/>
              <a:defRPr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marL="1371600" lvl="2" indent="-279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■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marL="1828800" lvl="3" indent="-279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●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marL="2286000" lvl="4" indent="-279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○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marL="2743200" lvl="5" indent="-279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■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marL="3200400" lvl="6" indent="-279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●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marL="3657600" lvl="7" indent="-279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○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marL="4114800" lvl="8" indent="-279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■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>
            <a:endParaRPr/>
          </a:p>
        </p:txBody>
      </p:sp>
      <p:sp>
        <p:nvSpPr>
          <p:cNvPr id="781" name="Google Shape;781;p73"/>
          <p:cNvSpPr txBox="1">
            <a:spLocks noGrp="1"/>
          </p:cNvSpPr>
          <p:nvPr>
            <p:ph type="body" idx="25"/>
          </p:nvPr>
        </p:nvSpPr>
        <p:spPr>
          <a:xfrm>
            <a:off x="6296200" y="2206550"/>
            <a:ext cx="2644800" cy="429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marL="914400" lvl="1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marL="1371600" lvl="2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marL="1828800" lvl="3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marL="2286000" lvl="4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marL="2743200" lvl="5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marL="3200400" lvl="6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marL="3657600" lvl="7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marL="4114800" lvl="8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>
            <a:endParaRPr/>
          </a:p>
        </p:txBody>
      </p:sp>
      <p:sp>
        <p:nvSpPr>
          <p:cNvPr id="782" name="Google Shape;782;p73"/>
          <p:cNvSpPr txBox="1">
            <a:spLocks noGrp="1"/>
          </p:cNvSpPr>
          <p:nvPr>
            <p:ph type="body" idx="26"/>
          </p:nvPr>
        </p:nvSpPr>
        <p:spPr>
          <a:xfrm>
            <a:off x="6296200" y="2635550"/>
            <a:ext cx="2644800" cy="268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marL="1371600" lvl="2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marL="1828800" lvl="3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marL="2286000" lvl="4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marL="2743200" lvl="5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marL="3200400" lvl="6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marL="3657600" lvl="7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marL="4114800" lvl="8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>
            <a:endParaRPr/>
          </a:p>
        </p:txBody>
      </p:sp>
      <p:sp>
        <p:nvSpPr>
          <p:cNvPr id="783" name="Google Shape;783;p73"/>
          <p:cNvSpPr txBox="1">
            <a:spLocks noGrp="1"/>
          </p:cNvSpPr>
          <p:nvPr>
            <p:ph type="body" idx="27"/>
          </p:nvPr>
        </p:nvSpPr>
        <p:spPr>
          <a:xfrm>
            <a:off x="6296200" y="2903750"/>
            <a:ext cx="2644800" cy="268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79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1pPr>
            <a:lvl2pPr marL="914400" lvl="1" indent="-279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○"/>
              <a:defRPr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marL="1371600" lvl="2" indent="-279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■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marL="1828800" lvl="3" indent="-279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●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marL="2286000" lvl="4" indent="-279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○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marL="2743200" lvl="5" indent="-279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■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marL="3200400" lvl="6" indent="-279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●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marL="3657600" lvl="7" indent="-279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○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marL="4114800" lvl="8" indent="-279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■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>
            <a:endParaRPr/>
          </a:p>
        </p:txBody>
      </p:sp>
      <p:sp>
        <p:nvSpPr>
          <p:cNvPr id="784" name="Google Shape;784;p73"/>
          <p:cNvSpPr txBox="1">
            <a:spLocks noGrp="1"/>
          </p:cNvSpPr>
          <p:nvPr>
            <p:ph type="body" idx="28"/>
          </p:nvPr>
        </p:nvSpPr>
        <p:spPr>
          <a:xfrm>
            <a:off x="6296200" y="3433400"/>
            <a:ext cx="2644800" cy="429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marL="914400" lvl="1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marL="1371600" lvl="2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marL="1828800" lvl="3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marL="2286000" lvl="4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marL="2743200" lvl="5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marL="3200400" lvl="6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marL="3657600" lvl="7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marL="4114800" lvl="8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>
            <a:endParaRPr/>
          </a:p>
        </p:txBody>
      </p:sp>
      <p:sp>
        <p:nvSpPr>
          <p:cNvPr id="785" name="Google Shape;785;p73"/>
          <p:cNvSpPr txBox="1">
            <a:spLocks noGrp="1"/>
          </p:cNvSpPr>
          <p:nvPr>
            <p:ph type="body" idx="29"/>
          </p:nvPr>
        </p:nvSpPr>
        <p:spPr>
          <a:xfrm>
            <a:off x="6296200" y="3862400"/>
            <a:ext cx="2644800" cy="268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marL="1371600" lvl="2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marL="1828800" lvl="3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marL="2286000" lvl="4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marL="2743200" lvl="5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marL="3200400" lvl="6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marL="3657600" lvl="7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marL="4114800" lvl="8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>
            <a:endParaRPr/>
          </a:p>
        </p:txBody>
      </p:sp>
      <p:sp>
        <p:nvSpPr>
          <p:cNvPr id="786" name="Google Shape;786;p73"/>
          <p:cNvSpPr txBox="1">
            <a:spLocks noGrp="1"/>
          </p:cNvSpPr>
          <p:nvPr>
            <p:ph type="body" idx="30"/>
          </p:nvPr>
        </p:nvSpPr>
        <p:spPr>
          <a:xfrm>
            <a:off x="6296200" y="4130600"/>
            <a:ext cx="2644800" cy="268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79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1pPr>
            <a:lvl2pPr marL="914400" lvl="1" indent="-279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○"/>
              <a:defRPr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marL="1371600" lvl="2" indent="-279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■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marL="1828800" lvl="3" indent="-279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●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marL="2286000" lvl="4" indent="-279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○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marL="2743200" lvl="5" indent="-279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■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marL="3200400" lvl="6" indent="-279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●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marL="3657600" lvl="7" indent="-279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○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marL="4114800" lvl="8" indent="-279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■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>
            <a:endParaRPr/>
          </a:p>
        </p:txBody>
      </p:sp>
      <p:sp>
        <p:nvSpPr>
          <p:cNvPr id="787" name="Google Shape;787;p73"/>
          <p:cNvSpPr txBox="1">
            <a:spLocks noGrp="1"/>
          </p:cNvSpPr>
          <p:nvPr>
            <p:ph type="body" idx="31"/>
          </p:nvPr>
        </p:nvSpPr>
        <p:spPr>
          <a:xfrm>
            <a:off x="196951" y="196725"/>
            <a:ext cx="1860600" cy="209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7940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1pPr>
            <a:lvl2pPr marL="914400" lvl="1" indent="-2794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marL="1371600" lvl="2" indent="-27940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3pPr>
            <a:lvl4pPr marL="1828800" lvl="3" indent="-27940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4pPr>
            <a:lvl5pPr marL="2286000" lvl="4" indent="-27940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5pPr>
            <a:lvl6pPr marL="2743200" lvl="5" indent="-27940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6pPr>
            <a:lvl7pPr marL="3200400" lvl="6" indent="-27940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7pPr>
            <a:lvl8pPr marL="3657600" lvl="7" indent="-27940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8pPr>
            <a:lvl9pPr marL="4114800" lvl="8" indent="-27940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9pPr>
          </a:lstStyle>
          <a:p>
            <a:endParaRPr/>
          </a:p>
        </p:txBody>
      </p:sp>
      <p:sp>
        <p:nvSpPr>
          <p:cNvPr id="788" name="Google Shape;788;p73"/>
          <p:cNvSpPr txBox="1">
            <a:spLocks noGrp="1"/>
          </p:cNvSpPr>
          <p:nvPr>
            <p:ph type="body" idx="32"/>
          </p:nvPr>
        </p:nvSpPr>
        <p:spPr>
          <a:xfrm>
            <a:off x="7087526" y="196725"/>
            <a:ext cx="1933500" cy="209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79400" algn="r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1pPr>
            <a:lvl2pPr marL="914400" lvl="1" indent="-279400" algn="r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marL="1371600" lvl="2" indent="-279400" algn="r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3pPr>
            <a:lvl4pPr marL="1828800" lvl="3" indent="-279400" algn="r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4pPr>
            <a:lvl5pPr marL="2286000" lvl="4" indent="-279400" algn="r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5pPr>
            <a:lvl6pPr marL="2743200" lvl="5" indent="-279400" algn="r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6pPr>
            <a:lvl7pPr marL="3200400" lvl="6" indent="-279400" algn="r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7pPr>
            <a:lvl8pPr marL="3657600" lvl="7" indent="-279400" algn="r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8pPr>
            <a:lvl9pPr marL="4114800" lvl="8" indent="-279400" algn="r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blank">
  <p:cSld name="CUSTOM">
    <p:spTree>
      <p:nvGrpSpPr>
        <p:cNvPr id="1" name="Shape 7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0" name="Google Shape;790;p7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91" name="Google Shape;791;p74"/>
          <p:cNvSpPr txBox="1">
            <a:spLocks noGrp="1"/>
          </p:cNvSpPr>
          <p:nvPr>
            <p:ph type="body" idx="1"/>
          </p:nvPr>
        </p:nvSpPr>
        <p:spPr>
          <a:xfrm>
            <a:off x="196951" y="196725"/>
            <a:ext cx="1860300" cy="209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79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>
                <a:solidFill>
                  <a:schemeClr val="dk1"/>
                </a:solidFill>
              </a:defRPr>
            </a:lvl1pPr>
            <a:lvl2pPr marL="914400" lvl="1" indent="-279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>
                <a:solidFill>
                  <a:schemeClr val="dk1"/>
                </a:solidFill>
              </a:defRPr>
            </a:lvl2pPr>
            <a:lvl3pPr marL="1371600" lvl="2" indent="-279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>
                <a:solidFill>
                  <a:schemeClr val="dk1"/>
                </a:solidFill>
              </a:defRPr>
            </a:lvl3pPr>
            <a:lvl4pPr marL="1828800" lvl="3" indent="-279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>
                <a:solidFill>
                  <a:schemeClr val="dk1"/>
                </a:solidFill>
              </a:defRPr>
            </a:lvl4pPr>
            <a:lvl5pPr marL="2286000" lvl="4" indent="-279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>
                <a:solidFill>
                  <a:schemeClr val="dk1"/>
                </a:solidFill>
              </a:defRPr>
            </a:lvl5pPr>
            <a:lvl6pPr marL="2743200" lvl="5" indent="-279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>
                <a:solidFill>
                  <a:schemeClr val="dk1"/>
                </a:solidFill>
              </a:defRPr>
            </a:lvl6pPr>
            <a:lvl7pPr marL="3200400" lvl="6" indent="-279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>
                <a:solidFill>
                  <a:schemeClr val="dk1"/>
                </a:solidFill>
              </a:defRPr>
            </a:lvl7pPr>
            <a:lvl8pPr marL="3657600" lvl="7" indent="-279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>
                <a:solidFill>
                  <a:schemeClr val="dk1"/>
                </a:solidFill>
              </a:defRPr>
            </a:lvl8pPr>
            <a:lvl9pPr marL="4114800" lvl="8" indent="-279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92" name="Google Shape;792;p74"/>
          <p:cNvSpPr txBox="1">
            <a:spLocks noGrp="1"/>
          </p:cNvSpPr>
          <p:nvPr>
            <p:ph type="body" idx="2"/>
          </p:nvPr>
        </p:nvSpPr>
        <p:spPr>
          <a:xfrm>
            <a:off x="7087526" y="196725"/>
            <a:ext cx="1933500" cy="209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794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>
                <a:solidFill>
                  <a:schemeClr val="dk1"/>
                </a:solidFill>
              </a:defRPr>
            </a:lvl1pPr>
            <a:lvl2pPr marL="914400" lvl="1" indent="-2794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>
                <a:solidFill>
                  <a:schemeClr val="dk1"/>
                </a:solidFill>
              </a:defRPr>
            </a:lvl2pPr>
            <a:lvl3pPr marL="1371600" lvl="2" indent="-2794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>
                <a:solidFill>
                  <a:schemeClr val="dk1"/>
                </a:solidFill>
              </a:defRPr>
            </a:lvl3pPr>
            <a:lvl4pPr marL="1828800" lvl="3" indent="-2794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>
                <a:solidFill>
                  <a:schemeClr val="dk1"/>
                </a:solidFill>
              </a:defRPr>
            </a:lvl4pPr>
            <a:lvl5pPr marL="2286000" lvl="4" indent="-2794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>
                <a:solidFill>
                  <a:schemeClr val="dk1"/>
                </a:solidFill>
              </a:defRPr>
            </a:lvl5pPr>
            <a:lvl6pPr marL="2743200" lvl="5" indent="-2794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>
                <a:solidFill>
                  <a:schemeClr val="dk1"/>
                </a:solidFill>
              </a:defRPr>
            </a:lvl6pPr>
            <a:lvl7pPr marL="3200400" lvl="6" indent="-2794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>
                <a:solidFill>
                  <a:schemeClr val="dk1"/>
                </a:solidFill>
              </a:defRPr>
            </a:lvl7pPr>
            <a:lvl8pPr marL="3657600" lvl="7" indent="-2794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>
                <a:solidFill>
                  <a:schemeClr val="dk1"/>
                </a:solidFill>
              </a:defRPr>
            </a:lvl8pPr>
            <a:lvl9pPr marL="4114800" lvl="8" indent="-2794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41" Type="http://schemas.openxmlformats.org/officeDocument/2006/relationships/slideLayout" Target="../slideLayouts/slideLayout4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theme" Target="../theme/theme1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0.xml"/><Relationship Id="rId13" Type="http://schemas.openxmlformats.org/officeDocument/2006/relationships/slideLayout" Target="../slideLayouts/slideLayout55.xml"/><Relationship Id="rId18" Type="http://schemas.openxmlformats.org/officeDocument/2006/relationships/slideLayout" Target="../slideLayouts/slideLayout60.xml"/><Relationship Id="rId26" Type="http://schemas.openxmlformats.org/officeDocument/2006/relationships/slideLayout" Target="../slideLayouts/slideLayout68.xml"/><Relationship Id="rId3" Type="http://schemas.openxmlformats.org/officeDocument/2006/relationships/slideLayout" Target="../slideLayouts/slideLayout45.xml"/><Relationship Id="rId21" Type="http://schemas.openxmlformats.org/officeDocument/2006/relationships/slideLayout" Target="../slideLayouts/slideLayout63.xml"/><Relationship Id="rId7" Type="http://schemas.openxmlformats.org/officeDocument/2006/relationships/slideLayout" Target="../slideLayouts/slideLayout49.xml"/><Relationship Id="rId12" Type="http://schemas.openxmlformats.org/officeDocument/2006/relationships/slideLayout" Target="../slideLayouts/slideLayout54.xml"/><Relationship Id="rId17" Type="http://schemas.openxmlformats.org/officeDocument/2006/relationships/slideLayout" Target="../slideLayouts/slideLayout59.xml"/><Relationship Id="rId25" Type="http://schemas.openxmlformats.org/officeDocument/2006/relationships/slideLayout" Target="../slideLayouts/slideLayout67.xml"/><Relationship Id="rId2" Type="http://schemas.openxmlformats.org/officeDocument/2006/relationships/slideLayout" Target="../slideLayouts/slideLayout44.xml"/><Relationship Id="rId16" Type="http://schemas.openxmlformats.org/officeDocument/2006/relationships/slideLayout" Target="../slideLayouts/slideLayout58.xml"/><Relationship Id="rId20" Type="http://schemas.openxmlformats.org/officeDocument/2006/relationships/slideLayout" Target="../slideLayouts/slideLayout62.xml"/><Relationship Id="rId29" Type="http://schemas.openxmlformats.org/officeDocument/2006/relationships/slideLayout" Target="../slideLayouts/slideLayout71.xml"/><Relationship Id="rId1" Type="http://schemas.openxmlformats.org/officeDocument/2006/relationships/slideLayout" Target="../slideLayouts/slideLayout43.xml"/><Relationship Id="rId6" Type="http://schemas.openxmlformats.org/officeDocument/2006/relationships/slideLayout" Target="../slideLayouts/slideLayout48.xml"/><Relationship Id="rId11" Type="http://schemas.openxmlformats.org/officeDocument/2006/relationships/slideLayout" Target="../slideLayouts/slideLayout53.xml"/><Relationship Id="rId24" Type="http://schemas.openxmlformats.org/officeDocument/2006/relationships/slideLayout" Target="../slideLayouts/slideLayout66.xml"/><Relationship Id="rId5" Type="http://schemas.openxmlformats.org/officeDocument/2006/relationships/slideLayout" Target="../slideLayouts/slideLayout47.xml"/><Relationship Id="rId15" Type="http://schemas.openxmlformats.org/officeDocument/2006/relationships/slideLayout" Target="../slideLayouts/slideLayout57.xml"/><Relationship Id="rId23" Type="http://schemas.openxmlformats.org/officeDocument/2006/relationships/slideLayout" Target="../slideLayouts/slideLayout65.xml"/><Relationship Id="rId28" Type="http://schemas.openxmlformats.org/officeDocument/2006/relationships/slideLayout" Target="../slideLayouts/slideLayout70.xml"/><Relationship Id="rId10" Type="http://schemas.openxmlformats.org/officeDocument/2006/relationships/slideLayout" Target="../slideLayouts/slideLayout52.xml"/><Relationship Id="rId19" Type="http://schemas.openxmlformats.org/officeDocument/2006/relationships/slideLayout" Target="../slideLayouts/slideLayout61.xml"/><Relationship Id="rId31" Type="http://schemas.openxmlformats.org/officeDocument/2006/relationships/theme" Target="../theme/theme2.xml"/><Relationship Id="rId4" Type="http://schemas.openxmlformats.org/officeDocument/2006/relationships/slideLayout" Target="../slideLayouts/slideLayout46.xml"/><Relationship Id="rId9" Type="http://schemas.openxmlformats.org/officeDocument/2006/relationships/slideLayout" Target="../slideLayouts/slideLayout51.xml"/><Relationship Id="rId14" Type="http://schemas.openxmlformats.org/officeDocument/2006/relationships/slideLayout" Target="../slideLayouts/slideLayout56.xml"/><Relationship Id="rId22" Type="http://schemas.openxmlformats.org/officeDocument/2006/relationships/slideLayout" Target="../slideLayouts/slideLayout64.xml"/><Relationship Id="rId27" Type="http://schemas.openxmlformats.org/officeDocument/2006/relationships/slideLayout" Target="../slideLayouts/slideLayout69.xml"/><Relationship Id="rId30" Type="http://schemas.openxmlformats.org/officeDocument/2006/relationships/slideLayout" Target="../slideLayouts/slideLayout7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TIX Two Text SemiBold"/>
              <a:buNone/>
              <a:defRPr sz="3000">
                <a:solidFill>
                  <a:schemeClr val="dk1"/>
                </a:solidFill>
                <a:latin typeface="STIX Two Text SemiBold"/>
                <a:ea typeface="STIX Two Text SemiBold"/>
                <a:cs typeface="STIX Two Text SemiBold"/>
                <a:sym typeface="STIX Two Tex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TIX Two Text SemiBold"/>
              <a:buNone/>
              <a:defRPr sz="3000">
                <a:solidFill>
                  <a:schemeClr val="dk1"/>
                </a:solidFill>
                <a:latin typeface="STIX Two Text SemiBold"/>
                <a:ea typeface="STIX Two Text SemiBold"/>
                <a:cs typeface="STIX Two Text SemiBold"/>
                <a:sym typeface="STIX Two Tex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TIX Two Text SemiBold"/>
              <a:buNone/>
              <a:defRPr sz="3000">
                <a:solidFill>
                  <a:schemeClr val="dk1"/>
                </a:solidFill>
                <a:latin typeface="STIX Two Text SemiBold"/>
                <a:ea typeface="STIX Two Text SemiBold"/>
                <a:cs typeface="STIX Two Text SemiBold"/>
                <a:sym typeface="STIX Two Tex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TIX Two Text SemiBold"/>
              <a:buNone/>
              <a:defRPr sz="3000">
                <a:solidFill>
                  <a:schemeClr val="dk1"/>
                </a:solidFill>
                <a:latin typeface="STIX Two Text SemiBold"/>
                <a:ea typeface="STIX Two Text SemiBold"/>
                <a:cs typeface="STIX Two Text SemiBold"/>
                <a:sym typeface="STIX Two Tex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TIX Two Text SemiBold"/>
              <a:buNone/>
              <a:defRPr sz="3000">
                <a:solidFill>
                  <a:schemeClr val="dk1"/>
                </a:solidFill>
                <a:latin typeface="STIX Two Text SemiBold"/>
                <a:ea typeface="STIX Two Text SemiBold"/>
                <a:cs typeface="STIX Two Text SemiBold"/>
                <a:sym typeface="STIX Two Tex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TIX Two Text SemiBold"/>
              <a:buNone/>
              <a:defRPr sz="3000">
                <a:solidFill>
                  <a:schemeClr val="dk1"/>
                </a:solidFill>
                <a:latin typeface="STIX Two Text SemiBold"/>
                <a:ea typeface="STIX Two Text SemiBold"/>
                <a:cs typeface="STIX Two Text SemiBold"/>
                <a:sym typeface="STIX Two Tex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TIX Two Text SemiBold"/>
              <a:buNone/>
              <a:defRPr sz="3000">
                <a:solidFill>
                  <a:schemeClr val="dk1"/>
                </a:solidFill>
                <a:latin typeface="STIX Two Text SemiBold"/>
                <a:ea typeface="STIX Two Text SemiBold"/>
                <a:cs typeface="STIX Two Text SemiBold"/>
                <a:sym typeface="STIX Two Tex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TIX Two Text SemiBold"/>
              <a:buNone/>
              <a:defRPr sz="3000">
                <a:solidFill>
                  <a:schemeClr val="dk1"/>
                </a:solidFill>
                <a:latin typeface="STIX Two Text SemiBold"/>
                <a:ea typeface="STIX Two Text SemiBold"/>
                <a:cs typeface="STIX Two Text SemiBold"/>
                <a:sym typeface="STIX Two Tex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TIX Two Text SemiBold"/>
              <a:buNone/>
              <a:defRPr sz="3000">
                <a:solidFill>
                  <a:schemeClr val="dk1"/>
                </a:solidFill>
                <a:latin typeface="STIX Two Text SemiBold"/>
                <a:ea typeface="STIX Two Text SemiBold"/>
                <a:cs typeface="STIX Two Text SemiBold"/>
                <a:sym typeface="STIX Two Text SemiBold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800050"/>
            <a:ext cx="3661800" cy="207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TIX Two Text"/>
              <a:buChar char="●"/>
              <a:defRPr sz="1200">
                <a:solidFill>
                  <a:schemeClr val="dk2"/>
                </a:solidFill>
                <a:latin typeface="STIX Two Text"/>
                <a:ea typeface="STIX Two Text"/>
                <a:cs typeface="STIX Two Text"/>
                <a:sym typeface="STIX Two Text"/>
              </a:defRPr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TIX Two Text"/>
              <a:buChar char="○"/>
              <a:defRPr sz="1200">
                <a:solidFill>
                  <a:schemeClr val="dk2"/>
                </a:solidFill>
                <a:latin typeface="STIX Two Text"/>
                <a:ea typeface="STIX Two Text"/>
                <a:cs typeface="STIX Two Text"/>
                <a:sym typeface="STIX Two Text"/>
              </a:defRPr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TIX Two Text"/>
              <a:buChar char="■"/>
              <a:defRPr sz="1200">
                <a:solidFill>
                  <a:schemeClr val="dk2"/>
                </a:solidFill>
                <a:latin typeface="STIX Two Text"/>
                <a:ea typeface="STIX Two Text"/>
                <a:cs typeface="STIX Two Text"/>
                <a:sym typeface="STIX Two Text"/>
              </a:defRPr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TIX Two Text"/>
              <a:buChar char="●"/>
              <a:defRPr sz="1200">
                <a:solidFill>
                  <a:schemeClr val="dk2"/>
                </a:solidFill>
                <a:latin typeface="STIX Two Text"/>
                <a:ea typeface="STIX Two Text"/>
                <a:cs typeface="STIX Two Text"/>
                <a:sym typeface="STIX Two Text"/>
              </a:defRPr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TIX Two Text"/>
              <a:buChar char="○"/>
              <a:defRPr sz="1200">
                <a:solidFill>
                  <a:schemeClr val="dk2"/>
                </a:solidFill>
                <a:latin typeface="STIX Two Text"/>
                <a:ea typeface="STIX Two Text"/>
                <a:cs typeface="STIX Two Text"/>
                <a:sym typeface="STIX Two Text"/>
              </a:defRPr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TIX Two Text"/>
              <a:buChar char="■"/>
              <a:defRPr sz="1200">
                <a:solidFill>
                  <a:schemeClr val="dk2"/>
                </a:solidFill>
                <a:latin typeface="STIX Two Text"/>
                <a:ea typeface="STIX Two Text"/>
                <a:cs typeface="STIX Two Text"/>
                <a:sym typeface="STIX Two Text"/>
              </a:defRPr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TIX Two Text"/>
              <a:buChar char="●"/>
              <a:defRPr sz="1200">
                <a:solidFill>
                  <a:schemeClr val="dk2"/>
                </a:solidFill>
                <a:latin typeface="STIX Two Text"/>
                <a:ea typeface="STIX Two Text"/>
                <a:cs typeface="STIX Two Text"/>
                <a:sym typeface="STIX Two Text"/>
              </a:defRPr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TIX Two Text"/>
              <a:buChar char="○"/>
              <a:defRPr sz="1200">
                <a:solidFill>
                  <a:schemeClr val="dk2"/>
                </a:solidFill>
                <a:latin typeface="STIX Two Text"/>
                <a:ea typeface="STIX Two Text"/>
                <a:cs typeface="STIX Two Text"/>
                <a:sym typeface="STIX Two Text"/>
              </a:defRPr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TIX Two Text"/>
              <a:buChar char="■"/>
              <a:defRPr sz="1200">
                <a:solidFill>
                  <a:schemeClr val="dk2"/>
                </a:solidFill>
                <a:latin typeface="STIX Two Text"/>
                <a:ea typeface="STIX Two Text"/>
                <a:cs typeface="STIX Two Text"/>
                <a:sym typeface="STIX Two Text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STIX Two Text"/>
                <a:ea typeface="STIX Two Text"/>
                <a:cs typeface="STIX Two Text"/>
                <a:sym typeface="STIX Two Text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STIX Two Text"/>
                <a:ea typeface="STIX Two Text"/>
                <a:cs typeface="STIX Two Text"/>
                <a:sym typeface="STIX Two Text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STIX Two Text"/>
                <a:ea typeface="STIX Two Text"/>
                <a:cs typeface="STIX Two Text"/>
                <a:sym typeface="STIX Two Text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STIX Two Text"/>
                <a:ea typeface="STIX Two Text"/>
                <a:cs typeface="STIX Two Text"/>
                <a:sym typeface="STIX Two Text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STIX Two Text"/>
                <a:ea typeface="STIX Two Text"/>
                <a:cs typeface="STIX Two Text"/>
                <a:sym typeface="STIX Two Text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STIX Two Text"/>
                <a:ea typeface="STIX Two Text"/>
                <a:cs typeface="STIX Two Text"/>
                <a:sym typeface="STIX Two Text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STIX Two Text"/>
                <a:ea typeface="STIX Two Text"/>
                <a:cs typeface="STIX Two Text"/>
                <a:sym typeface="STIX Two Text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STIX Two Text"/>
                <a:ea typeface="STIX Two Text"/>
                <a:cs typeface="STIX Two Text"/>
                <a:sym typeface="STIX Two Text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STIX Two Text"/>
                <a:ea typeface="STIX Two Text"/>
                <a:cs typeface="STIX Two Text"/>
                <a:sym typeface="STIX Two Text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  <p:sldLayoutId id="2147483684" r:id="rId37"/>
    <p:sldLayoutId id="2147483685" r:id="rId38"/>
    <p:sldLayoutId id="2147483686" r:id="rId39"/>
    <p:sldLayoutId id="2147483687" r:id="rId40"/>
    <p:sldLayoutId id="2147483688" r:id="rId41"/>
    <p:sldLayoutId id="2147483689" r:id="rId4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pos="288">
          <p15:clr>
            <a:srgbClr val="E46962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6" name="Google Shape;586;p4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50"/>
              <a:buFont typeface="Merriweather"/>
              <a:buNone/>
              <a:defRPr sz="3450" b="1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50"/>
              <a:buFont typeface="Merriweather"/>
              <a:buNone/>
              <a:defRPr sz="3450" b="1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50"/>
              <a:buFont typeface="Merriweather"/>
              <a:buNone/>
              <a:defRPr sz="3450" b="1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50"/>
              <a:buFont typeface="Merriweather"/>
              <a:buNone/>
              <a:defRPr sz="3450" b="1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50"/>
              <a:buFont typeface="Merriweather"/>
              <a:buNone/>
              <a:defRPr sz="3450" b="1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50"/>
              <a:buFont typeface="Merriweather"/>
              <a:buNone/>
              <a:defRPr sz="3450" b="1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50"/>
              <a:buFont typeface="Merriweather"/>
              <a:buNone/>
              <a:defRPr sz="3450" b="1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50"/>
              <a:buFont typeface="Merriweather"/>
              <a:buNone/>
              <a:defRPr sz="3450" b="1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50"/>
              <a:buFont typeface="Merriweather"/>
              <a:buNone/>
              <a:defRPr sz="3450" b="1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9pPr>
          </a:lstStyle>
          <a:p>
            <a:endParaRPr/>
          </a:p>
        </p:txBody>
      </p:sp>
      <p:sp>
        <p:nvSpPr>
          <p:cNvPr id="587" name="Google Shape;587;p4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176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DM Sans"/>
              <a:buChar char="●"/>
              <a:defRPr sz="1000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marL="914400" lvl="1" indent="-279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DM Sans"/>
              <a:buChar char="○"/>
              <a:defRPr sz="800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marL="1371600" lvl="2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DM Sans"/>
              <a:buChar char="■"/>
              <a:defRPr sz="1000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marL="1828800" lvl="3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DM Sans"/>
              <a:buChar char="●"/>
              <a:defRPr sz="1000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marL="2286000" lvl="4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DM Sans"/>
              <a:buChar char="○"/>
              <a:defRPr sz="1000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marL="2743200" lvl="5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DM Sans"/>
              <a:buChar char="■"/>
              <a:defRPr sz="1000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marL="3200400" lvl="6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DM Sans"/>
              <a:buChar char="●"/>
              <a:defRPr sz="1000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marL="3657600" lvl="7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DM Sans"/>
              <a:buChar char="○"/>
              <a:defRPr sz="1000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marL="4114800" lvl="8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DM Sans"/>
              <a:buChar char="■"/>
              <a:defRPr sz="1000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sp>
        <p:nvSpPr>
          <p:cNvPr id="588" name="Google Shape;588;p4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8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8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8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8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8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8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8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8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8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90" r:id="rId1"/>
    <p:sldLayoutId id="2147483691" r:id="rId2"/>
    <p:sldLayoutId id="2147483692" r:id="rId3"/>
    <p:sldLayoutId id="2147483693" r:id="rId4"/>
    <p:sldLayoutId id="2147483694" r:id="rId5"/>
    <p:sldLayoutId id="2147483695" r:id="rId6"/>
    <p:sldLayoutId id="2147483696" r:id="rId7"/>
    <p:sldLayoutId id="2147483697" r:id="rId8"/>
    <p:sldLayoutId id="2147483698" r:id="rId9"/>
    <p:sldLayoutId id="2147483699" r:id="rId10"/>
    <p:sldLayoutId id="2147483700" r:id="rId11"/>
    <p:sldLayoutId id="2147483701" r:id="rId12"/>
    <p:sldLayoutId id="2147483702" r:id="rId13"/>
    <p:sldLayoutId id="2147483703" r:id="rId14"/>
    <p:sldLayoutId id="2147483704" r:id="rId15"/>
    <p:sldLayoutId id="2147483705" r:id="rId16"/>
    <p:sldLayoutId id="2147483706" r:id="rId17"/>
    <p:sldLayoutId id="2147483707" r:id="rId18"/>
    <p:sldLayoutId id="2147483708" r:id="rId19"/>
    <p:sldLayoutId id="2147483709" r:id="rId20"/>
    <p:sldLayoutId id="2147483710" r:id="rId21"/>
    <p:sldLayoutId id="2147483711" r:id="rId22"/>
    <p:sldLayoutId id="2147483712" r:id="rId23"/>
    <p:sldLayoutId id="2147483713" r:id="rId24"/>
    <p:sldLayoutId id="2147483714" r:id="rId25"/>
    <p:sldLayoutId id="2147483715" r:id="rId26"/>
    <p:sldLayoutId id="2147483716" r:id="rId27"/>
    <p:sldLayoutId id="2147483717" r:id="rId28"/>
    <p:sldLayoutId id="2147483718" r:id="rId29"/>
    <p:sldLayoutId id="2147483719" r:id="rId3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pos="124">
          <p15:clr>
            <a:srgbClr val="E46962"/>
          </p15:clr>
        </p15:guide>
        <p15:guide id="2" orient="horz" pos="124">
          <p15:clr>
            <a:srgbClr val="E46962"/>
          </p15:clr>
        </p15:guide>
        <p15:guide id="3" pos="5636">
          <p15:clr>
            <a:srgbClr val="E46962"/>
          </p15:clr>
        </p15:guide>
        <p15:guide id="4" orient="horz" pos="3116">
          <p15:clr>
            <a:srgbClr val="E46962"/>
          </p15:clr>
        </p15:guide>
        <p15:guide id="5" pos="1296">
          <p15:clr>
            <a:srgbClr val="E46962"/>
          </p15:clr>
        </p15:guide>
        <p15:guide id="6" pos="4465">
          <p15:clr>
            <a:srgbClr val="E46962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9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6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9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7" name="Google Shape;797;p75"/>
          <p:cNvSpPr txBox="1">
            <a:spLocks noGrp="1"/>
          </p:cNvSpPr>
          <p:nvPr>
            <p:ph type="subTitle" idx="1"/>
          </p:nvPr>
        </p:nvSpPr>
        <p:spPr>
          <a:xfrm>
            <a:off x="2418125" y="2152896"/>
            <a:ext cx="5325600" cy="1184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dirty="0"/>
              <a:t>Name</a:t>
            </a:r>
            <a:r>
              <a:rPr lang="en" dirty="0"/>
              <a:t>: Animesh Kashid</a:t>
            </a:r>
            <a:endParaRPr dirty="0"/>
          </a:p>
        </p:txBody>
      </p:sp>
      <p:sp>
        <p:nvSpPr>
          <p:cNvPr id="798" name="Google Shape;798;p75"/>
          <p:cNvSpPr txBox="1">
            <a:spLocks noGrp="1"/>
          </p:cNvSpPr>
          <p:nvPr>
            <p:ph type="ctrTitle"/>
          </p:nvPr>
        </p:nvSpPr>
        <p:spPr>
          <a:xfrm>
            <a:off x="2418150" y="865675"/>
            <a:ext cx="5325600" cy="1184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/>
              <a:t>Predicting Daily Household Energy Consumption Using Kernel Methods and Gaussian Process Regression</a:t>
            </a:r>
            <a:endParaRPr sz="2300"/>
          </a:p>
        </p:txBody>
      </p:sp>
      <p:sp>
        <p:nvSpPr>
          <p:cNvPr id="799" name="Google Shape;799;p75"/>
          <p:cNvSpPr txBox="1">
            <a:spLocks noGrp="1"/>
          </p:cNvSpPr>
          <p:nvPr>
            <p:ph type="subTitle" idx="2"/>
          </p:nvPr>
        </p:nvSpPr>
        <p:spPr>
          <a:xfrm>
            <a:off x="2418125" y="3440125"/>
            <a:ext cx="2789400" cy="63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150" dirty="0">
              <a:solidFill>
                <a:schemeClr val="dk2"/>
              </a:solidFill>
              <a:highlight>
                <a:srgbClr val="F2F2F2"/>
              </a:highlight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accent2"/>
              </a:solidFill>
              <a:latin typeface="Plus Jakarta Sans Medium"/>
              <a:ea typeface="Plus Jakarta Sans Medium"/>
              <a:cs typeface="Plus Jakarta Sans Medium"/>
              <a:sym typeface="Plus Jakarta Sans Medium"/>
            </a:endParaRPr>
          </a:p>
        </p:txBody>
      </p:sp>
      <p:sp>
        <p:nvSpPr>
          <p:cNvPr id="800" name="Google Shape;800;p75"/>
          <p:cNvSpPr txBox="1">
            <a:spLocks noGrp="1"/>
          </p:cNvSpPr>
          <p:nvPr>
            <p:ph type="subTitle" idx="3"/>
          </p:nvPr>
        </p:nvSpPr>
        <p:spPr>
          <a:xfrm>
            <a:off x="5545625" y="3777425"/>
            <a:ext cx="2198100" cy="256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801" name="Google Shape;801;p75"/>
          <p:cNvSpPr txBox="1">
            <a:spLocks noGrp="1"/>
          </p:cNvSpPr>
          <p:nvPr>
            <p:ph type="subTitle" idx="4"/>
          </p:nvPr>
        </p:nvSpPr>
        <p:spPr>
          <a:xfrm rot="-5400000">
            <a:off x="-225675" y="945575"/>
            <a:ext cx="1701300" cy="331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02" name="Google Shape;802;p75"/>
          <p:cNvSpPr txBox="1">
            <a:spLocks noGrp="1"/>
          </p:cNvSpPr>
          <p:nvPr>
            <p:ph type="subTitle" idx="5"/>
          </p:nvPr>
        </p:nvSpPr>
        <p:spPr>
          <a:xfrm rot="-5400000">
            <a:off x="-225675" y="3868125"/>
            <a:ext cx="1701300" cy="331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03" name="Google Shape;803;p75"/>
          <p:cNvSpPr txBox="1">
            <a:spLocks noGrp="1"/>
          </p:cNvSpPr>
          <p:nvPr>
            <p:ph type="body" idx="7"/>
          </p:nvPr>
        </p:nvSpPr>
        <p:spPr>
          <a:xfrm>
            <a:off x="5545613" y="4033925"/>
            <a:ext cx="2198100" cy="86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 dirty="0"/>
          </a:p>
        </p:txBody>
      </p:sp>
      <p:sp>
        <p:nvSpPr>
          <p:cNvPr id="804" name="Google Shape;804;p75"/>
          <p:cNvSpPr txBox="1">
            <a:spLocks noGrp="1"/>
          </p:cNvSpPr>
          <p:nvPr>
            <p:ph type="body" idx="6"/>
          </p:nvPr>
        </p:nvSpPr>
        <p:spPr>
          <a:xfrm>
            <a:off x="2418125" y="4033925"/>
            <a:ext cx="3011700" cy="86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 sz="1800" dirty="0">
              <a:solidFill>
                <a:schemeClr val="accent2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9" name="Google Shape;809;p76"/>
          <p:cNvSpPr txBox="1">
            <a:spLocks noGrp="1"/>
          </p:cNvSpPr>
          <p:nvPr>
            <p:ph type="ctrTitle"/>
          </p:nvPr>
        </p:nvSpPr>
        <p:spPr>
          <a:xfrm>
            <a:off x="352550" y="2171700"/>
            <a:ext cx="3860100" cy="800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Contents</a:t>
            </a:r>
            <a:endParaRPr/>
          </a:p>
        </p:txBody>
      </p:sp>
      <p:sp>
        <p:nvSpPr>
          <p:cNvPr id="810" name="Google Shape;810;p76"/>
          <p:cNvSpPr txBox="1">
            <a:spLocks noGrp="1"/>
          </p:cNvSpPr>
          <p:nvPr>
            <p:ph type="subTitle" idx="1"/>
          </p:nvPr>
        </p:nvSpPr>
        <p:spPr>
          <a:xfrm>
            <a:off x="4837750" y="766750"/>
            <a:ext cx="3539400" cy="282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Introduction</a:t>
            </a:r>
            <a:endParaRPr/>
          </a:p>
        </p:txBody>
      </p:sp>
      <p:sp>
        <p:nvSpPr>
          <p:cNvPr id="811" name="Google Shape;811;p76"/>
          <p:cNvSpPr txBox="1">
            <a:spLocks noGrp="1"/>
          </p:cNvSpPr>
          <p:nvPr>
            <p:ph type="subTitle" idx="2"/>
          </p:nvPr>
        </p:nvSpPr>
        <p:spPr>
          <a:xfrm>
            <a:off x="4837750" y="1099491"/>
            <a:ext cx="3539400" cy="282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Dataset and Processing</a:t>
            </a:r>
            <a:endParaRPr/>
          </a:p>
        </p:txBody>
      </p:sp>
      <p:sp>
        <p:nvSpPr>
          <p:cNvPr id="812" name="Google Shape;812;p76"/>
          <p:cNvSpPr txBox="1">
            <a:spLocks noGrp="1"/>
          </p:cNvSpPr>
          <p:nvPr>
            <p:ph type="subTitle" idx="3"/>
          </p:nvPr>
        </p:nvSpPr>
        <p:spPr>
          <a:xfrm>
            <a:off x="4837750" y="1432233"/>
            <a:ext cx="3539400" cy="282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Feature Engineering</a:t>
            </a:r>
            <a:endParaRPr/>
          </a:p>
        </p:txBody>
      </p:sp>
      <p:sp>
        <p:nvSpPr>
          <p:cNvPr id="813" name="Google Shape;813;p76"/>
          <p:cNvSpPr txBox="1">
            <a:spLocks noGrp="1"/>
          </p:cNvSpPr>
          <p:nvPr>
            <p:ph type="subTitle" idx="4"/>
          </p:nvPr>
        </p:nvSpPr>
        <p:spPr>
          <a:xfrm>
            <a:off x="4837750" y="1764974"/>
            <a:ext cx="3539400" cy="282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Kernel Ridge Regression</a:t>
            </a:r>
            <a:endParaRPr/>
          </a:p>
        </p:txBody>
      </p:sp>
      <p:sp>
        <p:nvSpPr>
          <p:cNvPr id="814" name="Google Shape;814;p76"/>
          <p:cNvSpPr txBox="1">
            <a:spLocks noGrp="1"/>
          </p:cNvSpPr>
          <p:nvPr>
            <p:ph type="subTitle" idx="5"/>
          </p:nvPr>
        </p:nvSpPr>
        <p:spPr>
          <a:xfrm>
            <a:off x="4837750" y="2097715"/>
            <a:ext cx="3539400" cy="282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Gaussian Process Regression</a:t>
            </a:r>
            <a:endParaRPr/>
          </a:p>
        </p:txBody>
      </p:sp>
      <p:sp>
        <p:nvSpPr>
          <p:cNvPr id="815" name="Google Shape;815;p76"/>
          <p:cNvSpPr txBox="1">
            <a:spLocks noGrp="1"/>
          </p:cNvSpPr>
          <p:nvPr>
            <p:ph type="subTitle" idx="6"/>
          </p:nvPr>
        </p:nvSpPr>
        <p:spPr>
          <a:xfrm>
            <a:off x="4837750" y="2430456"/>
            <a:ext cx="3539400" cy="282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Experimental Setup</a:t>
            </a:r>
            <a:endParaRPr/>
          </a:p>
        </p:txBody>
      </p:sp>
      <p:sp>
        <p:nvSpPr>
          <p:cNvPr id="816" name="Google Shape;816;p76"/>
          <p:cNvSpPr txBox="1">
            <a:spLocks noGrp="1"/>
          </p:cNvSpPr>
          <p:nvPr>
            <p:ph type="subTitle" idx="7"/>
          </p:nvPr>
        </p:nvSpPr>
        <p:spPr>
          <a:xfrm>
            <a:off x="4837750" y="2763198"/>
            <a:ext cx="3539400" cy="282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Results</a:t>
            </a:r>
            <a:endParaRPr/>
          </a:p>
        </p:txBody>
      </p:sp>
      <p:sp>
        <p:nvSpPr>
          <p:cNvPr id="817" name="Google Shape;817;p76"/>
          <p:cNvSpPr txBox="1">
            <a:spLocks noGrp="1"/>
          </p:cNvSpPr>
          <p:nvPr>
            <p:ph type="subTitle" idx="8"/>
          </p:nvPr>
        </p:nvSpPr>
        <p:spPr>
          <a:xfrm>
            <a:off x="4837750" y="3095939"/>
            <a:ext cx="3539400" cy="282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Discussion</a:t>
            </a:r>
            <a:endParaRPr/>
          </a:p>
        </p:txBody>
      </p:sp>
      <p:sp>
        <p:nvSpPr>
          <p:cNvPr id="818" name="Google Shape;818;p76"/>
          <p:cNvSpPr txBox="1">
            <a:spLocks noGrp="1"/>
          </p:cNvSpPr>
          <p:nvPr>
            <p:ph type="subTitle" idx="9"/>
          </p:nvPr>
        </p:nvSpPr>
        <p:spPr>
          <a:xfrm>
            <a:off x="4837750" y="3428680"/>
            <a:ext cx="3539400" cy="282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Conclusion</a:t>
            </a:r>
            <a:endParaRPr/>
          </a:p>
        </p:txBody>
      </p:sp>
      <p:sp>
        <p:nvSpPr>
          <p:cNvPr id="819" name="Google Shape;819;p76"/>
          <p:cNvSpPr txBox="1">
            <a:spLocks noGrp="1"/>
          </p:cNvSpPr>
          <p:nvPr>
            <p:ph type="subTitle" idx="13"/>
          </p:nvPr>
        </p:nvSpPr>
        <p:spPr>
          <a:xfrm>
            <a:off x="4837750" y="3761421"/>
            <a:ext cx="3539400" cy="282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0" name="Google Shape;820;p76"/>
          <p:cNvSpPr txBox="1">
            <a:spLocks noGrp="1"/>
          </p:cNvSpPr>
          <p:nvPr>
            <p:ph type="subTitle" idx="14"/>
          </p:nvPr>
        </p:nvSpPr>
        <p:spPr>
          <a:xfrm>
            <a:off x="4837750" y="4094163"/>
            <a:ext cx="3539400" cy="282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1" name="Google Shape;821;p76"/>
          <p:cNvSpPr txBox="1">
            <a:spLocks noGrp="1"/>
          </p:cNvSpPr>
          <p:nvPr>
            <p:ph type="subTitle" idx="15"/>
          </p:nvPr>
        </p:nvSpPr>
        <p:spPr>
          <a:xfrm>
            <a:off x="366100" y="4773588"/>
            <a:ext cx="3539400" cy="282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EECE 7397</a:t>
            </a:r>
            <a:endParaRPr/>
          </a:p>
        </p:txBody>
      </p:sp>
      <p:sp>
        <p:nvSpPr>
          <p:cNvPr id="822" name="Google Shape;822;p76"/>
          <p:cNvSpPr txBox="1">
            <a:spLocks noGrp="1"/>
          </p:cNvSpPr>
          <p:nvPr>
            <p:ph type="subTitle" idx="16"/>
          </p:nvPr>
        </p:nvSpPr>
        <p:spPr>
          <a:xfrm>
            <a:off x="5251900" y="4773588"/>
            <a:ext cx="3539400" cy="282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Advanced Machine Learning</a:t>
            </a:r>
            <a:endParaRPr/>
          </a:p>
        </p:txBody>
      </p:sp>
      <p:sp>
        <p:nvSpPr>
          <p:cNvPr id="823" name="Google Shape;823;p76"/>
          <p:cNvSpPr txBox="1">
            <a:spLocks noGrp="1"/>
          </p:cNvSpPr>
          <p:nvPr>
            <p:ph type="title" idx="17"/>
          </p:nvPr>
        </p:nvSpPr>
        <p:spPr>
          <a:xfrm>
            <a:off x="8155150" y="1099488"/>
            <a:ext cx="621000" cy="282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02</a:t>
            </a:r>
            <a:endParaRPr/>
          </a:p>
        </p:txBody>
      </p:sp>
      <p:sp>
        <p:nvSpPr>
          <p:cNvPr id="824" name="Google Shape;824;p76"/>
          <p:cNvSpPr txBox="1">
            <a:spLocks noGrp="1"/>
          </p:cNvSpPr>
          <p:nvPr>
            <p:ph type="title" idx="18"/>
          </p:nvPr>
        </p:nvSpPr>
        <p:spPr>
          <a:xfrm>
            <a:off x="8155150" y="1432225"/>
            <a:ext cx="621000" cy="282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03</a:t>
            </a:r>
            <a:endParaRPr/>
          </a:p>
        </p:txBody>
      </p:sp>
      <p:sp>
        <p:nvSpPr>
          <p:cNvPr id="825" name="Google Shape;825;p76"/>
          <p:cNvSpPr txBox="1">
            <a:spLocks noGrp="1"/>
          </p:cNvSpPr>
          <p:nvPr>
            <p:ph type="title" idx="19"/>
          </p:nvPr>
        </p:nvSpPr>
        <p:spPr>
          <a:xfrm>
            <a:off x="8155150" y="1764975"/>
            <a:ext cx="621000" cy="282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04</a:t>
            </a:r>
            <a:endParaRPr/>
          </a:p>
        </p:txBody>
      </p:sp>
      <p:sp>
        <p:nvSpPr>
          <p:cNvPr id="826" name="Google Shape;826;p76"/>
          <p:cNvSpPr txBox="1">
            <a:spLocks noGrp="1"/>
          </p:cNvSpPr>
          <p:nvPr>
            <p:ph type="title" idx="20"/>
          </p:nvPr>
        </p:nvSpPr>
        <p:spPr>
          <a:xfrm>
            <a:off x="8155150" y="2097713"/>
            <a:ext cx="621000" cy="282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05</a:t>
            </a:r>
            <a:endParaRPr/>
          </a:p>
        </p:txBody>
      </p:sp>
      <p:sp>
        <p:nvSpPr>
          <p:cNvPr id="827" name="Google Shape;827;p76"/>
          <p:cNvSpPr txBox="1">
            <a:spLocks noGrp="1"/>
          </p:cNvSpPr>
          <p:nvPr>
            <p:ph type="title" idx="21"/>
          </p:nvPr>
        </p:nvSpPr>
        <p:spPr>
          <a:xfrm>
            <a:off x="8155150" y="2430438"/>
            <a:ext cx="621000" cy="282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06</a:t>
            </a:r>
            <a:endParaRPr/>
          </a:p>
        </p:txBody>
      </p:sp>
      <p:sp>
        <p:nvSpPr>
          <p:cNvPr id="828" name="Google Shape;828;p76"/>
          <p:cNvSpPr txBox="1">
            <a:spLocks noGrp="1"/>
          </p:cNvSpPr>
          <p:nvPr>
            <p:ph type="title" idx="22"/>
          </p:nvPr>
        </p:nvSpPr>
        <p:spPr>
          <a:xfrm>
            <a:off x="8155150" y="2763188"/>
            <a:ext cx="621000" cy="282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07</a:t>
            </a:r>
            <a:endParaRPr/>
          </a:p>
        </p:txBody>
      </p:sp>
      <p:sp>
        <p:nvSpPr>
          <p:cNvPr id="829" name="Google Shape;829;p76"/>
          <p:cNvSpPr txBox="1">
            <a:spLocks noGrp="1"/>
          </p:cNvSpPr>
          <p:nvPr>
            <p:ph type="title" idx="23"/>
          </p:nvPr>
        </p:nvSpPr>
        <p:spPr>
          <a:xfrm>
            <a:off x="8155150" y="3095925"/>
            <a:ext cx="621000" cy="282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08</a:t>
            </a:r>
            <a:endParaRPr/>
          </a:p>
        </p:txBody>
      </p:sp>
      <p:sp>
        <p:nvSpPr>
          <p:cNvPr id="830" name="Google Shape;830;p76"/>
          <p:cNvSpPr txBox="1">
            <a:spLocks noGrp="1"/>
          </p:cNvSpPr>
          <p:nvPr>
            <p:ph type="title" idx="24"/>
          </p:nvPr>
        </p:nvSpPr>
        <p:spPr>
          <a:xfrm>
            <a:off x="8155150" y="3428688"/>
            <a:ext cx="621000" cy="282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09</a:t>
            </a:r>
            <a:endParaRPr/>
          </a:p>
        </p:txBody>
      </p:sp>
      <p:sp>
        <p:nvSpPr>
          <p:cNvPr id="831" name="Google Shape;831;p76"/>
          <p:cNvSpPr txBox="1">
            <a:spLocks noGrp="1"/>
          </p:cNvSpPr>
          <p:nvPr>
            <p:ph type="title" idx="25"/>
          </p:nvPr>
        </p:nvSpPr>
        <p:spPr>
          <a:xfrm>
            <a:off x="8155150" y="3761400"/>
            <a:ext cx="621000" cy="282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32" name="Google Shape;832;p76"/>
          <p:cNvSpPr txBox="1">
            <a:spLocks noGrp="1"/>
          </p:cNvSpPr>
          <p:nvPr>
            <p:ph type="title" idx="26"/>
          </p:nvPr>
        </p:nvSpPr>
        <p:spPr>
          <a:xfrm>
            <a:off x="8155150" y="4094150"/>
            <a:ext cx="621000" cy="282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33" name="Google Shape;833;p76"/>
          <p:cNvSpPr txBox="1">
            <a:spLocks noGrp="1"/>
          </p:cNvSpPr>
          <p:nvPr>
            <p:ph type="title" idx="27"/>
          </p:nvPr>
        </p:nvSpPr>
        <p:spPr>
          <a:xfrm>
            <a:off x="8155150" y="766763"/>
            <a:ext cx="621000" cy="282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8" name="Google Shape;838;p77"/>
          <p:cNvSpPr txBox="1">
            <a:spLocks noGrp="1"/>
          </p:cNvSpPr>
          <p:nvPr>
            <p:ph type="title"/>
          </p:nvPr>
        </p:nvSpPr>
        <p:spPr>
          <a:xfrm>
            <a:off x="1712775" y="1103850"/>
            <a:ext cx="6974100" cy="2935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457200" lvl="0" indent="-3238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F1115"/>
              </a:buClr>
              <a:buSzPts val="1500"/>
              <a:buFont typeface="Roboto"/>
              <a:buChar char="●"/>
            </a:pPr>
            <a:r>
              <a:rPr lang="en" sz="1500">
                <a:solidFill>
                  <a:srgbClr val="0F1115"/>
                </a:solidFill>
                <a:latin typeface="Roboto"/>
                <a:ea typeface="Roboto"/>
                <a:cs typeface="Roboto"/>
                <a:sym typeface="Roboto"/>
              </a:rPr>
              <a:t>Why Energy Forecasting Matters</a:t>
            </a:r>
            <a:endParaRPr sz="1500">
              <a:solidFill>
                <a:srgbClr val="0F1115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238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F1115"/>
              </a:buClr>
              <a:buSzPts val="1500"/>
              <a:buFont typeface="Roboto"/>
              <a:buChar char="○"/>
            </a:pPr>
            <a:r>
              <a:rPr lang="en" sz="1500">
                <a:solidFill>
                  <a:srgbClr val="0F1115"/>
                </a:solidFill>
                <a:latin typeface="Roboto"/>
                <a:ea typeface="Roboto"/>
                <a:cs typeface="Roboto"/>
                <a:sym typeface="Roboto"/>
              </a:rPr>
              <a:t>Demand planning &amp; dynamic pricing</a:t>
            </a:r>
            <a:endParaRPr sz="1500">
              <a:solidFill>
                <a:srgbClr val="0F1115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238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F1115"/>
              </a:buClr>
              <a:buSzPts val="1500"/>
              <a:buFont typeface="Roboto"/>
              <a:buChar char="○"/>
            </a:pPr>
            <a:r>
              <a:rPr lang="en" sz="1500">
                <a:solidFill>
                  <a:srgbClr val="0F1115"/>
                </a:solidFill>
                <a:latin typeface="Roboto"/>
                <a:ea typeface="Roboto"/>
                <a:cs typeface="Roboto"/>
                <a:sym typeface="Roboto"/>
              </a:rPr>
              <a:t>Grid stability &amp; renewable load balancing</a:t>
            </a:r>
            <a:endParaRPr sz="1500">
              <a:solidFill>
                <a:srgbClr val="0F1115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238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F1115"/>
              </a:buClr>
              <a:buSzPts val="1500"/>
              <a:buFont typeface="Roboto"/>
              <a:buChar char="○"/>
            </a:pPr>
            <a:r>
              <a:rPr lang="en" sz="1500">
                <a:solidFill>
                  <a:srgbClr val="0F1115"/>
                </a:solidFill>
                <a:latin typeface="Roboto"/>
                <a:ea typeface="Roboto"/>
                <a:cs typeface="Roboto"/>
                <a:sym typeface="Roboto"/>
              </a:rPr>
              <a:t>Energy-efficient resource allocation in smart grids</a:t>
            </a:r>
            <a:endParaRPr sz="1500">
              <a:solidFill>
                <a:srgbClr val="0F1115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238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F1115"/>
              </a:buClr>
              <a:buSzPts val="1500"/>
              <a:buFont typeface="Roboto"/>
              <a:buChar char="●"/>
            </a:pPr>
            <a:r>
              <a:rPr lang="en" sz="1500">
                <a:solidFill>
                  <a:srgbClr val="0F1115"/>
                </a:solidFill>
                <a:latin typeface="Roboto"/>
                <a:ea typeface="Roboto"/>
                <a:cs typeface="Roboto"/>
                <a:sym typeface="Roboto"/>
              </a:rPr>
              <a:t>Our Approach: Kernel methods (KRR &amp; GPR) capture nonlinear, seasonal patterns that linear models miss — with interpretable uncertainty via GPR posterior variance.</a:t>
            </a:r>
            <a:endParaRPr sz="1500"/>
          </a:p>
        </p:txBody>
      </p:sp>
      <p:sp>
        <p:nvSpPr>
          <p:cNvPr id="839" name="Google Shape;839;p77"/>
          <p:cNvSpPr txBox="1">
            <a:spLocks noGrp="1"/>
          </p:cNvSpPr>
          <p:nvPr>
            <p:ph type="subTitle" idx="1"/>
          </p:nvPr>
        </p:nvSpPr>
        <p:spPr>
          <a:xfrm>
            <a:off x="366100" y="4773588"/>
            <a:ext cx="3539400" cy="282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EECE 7397</a:t>
            </a:r>
            <a:endParaRPr/>
          </a:p>
        </p:txBody>
      </p:sp>
      <p:sp>
        <p:nvSpPr>
          <p:cNvPr id="840" name="Google Shape;840;p77"/>
          <p:cNvSpPr txBox="1">
            <a:spLocks noGrp="1"/>
          </p:cNvSpPr>
          <p:nvPr>
            <p:ph type="subTitle" idx="2"/>
          </p:nvPr>
        </p:nvSpPr>
        <p:spPr>
          <a:xfrm>
            <a:off x="5251900" y="4773588"/>
            <a:ext cx="3539400" cy="282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Advanced Machine Learning</a:t>
            </a:r>
            <a:endParaRPr/>
          </a:p>
        </p:txBody>
      </p:sp>
      <p:sp>
        <p:nvSpPr>
          <p:cNvPr id="841" name="Google Shape;841;p77"/>
          <p:cNvSpPr txBox="1">
            <a:spLocks noGrp="1"/>
          </p:cNvSpPr>
          <p:nvPr>
            <p:ph type="subTitle" idx="3"/>
          </p:nvPr>
        </p:nvSpPr>
        <p:spPr>
          <a:xfrm rot="-5400000">
            <a:off x="-1577350" y="2403575"/>
            <a:ext cx="4226400" cy="336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INTRODUCTION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6" name="Google Shape;846;p78"/>
          <p:cNvSpPr txBox="1">
            <a:spLocks noGrp="1"/>
          </p:cNvSpPr>
          <p:nvPr>
            <p:ph type="title"/>
          </p:nvPr>
        </p:nvSpPr>
        <p:spPr>
          <a:xfrm>
            <a:off x="6238200" y="3078675"/>
            <a:ext cx="2334300" cy="1061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Dataset &amp; Processing</a:t>
            </a:r>
            <a:endParaRPr/>
          </a:p>
        </p:txBody>
      </p:sp>
      <p:sp>
        <p:nvSpPr>
          <p:cNvPr id="847" name="Google Shape;847;p78"/>
          <p:cNvSpPr txBox="1">
            <a:spLocks noGrp="1"/>
          </p:cNvSpPr>
          <p:nvPr>
            <p:ph type="subTitle" idx="1"/>
          </p:nvPr>
        </p:nvSpPr>
        <p:spPr>
          <a:xfrm>
            <a:off x="366100" y="4773588"/>
            <a:ext cx="3539400" cy="282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EECE 7397</a:t>
            </a:r>
            <a:endParaRPr/>
          </a:p>
        </p:txBody>
      </p:sp>
      <p:sp>
        <p:nvSpPr>
          <p:cNvPr id="848" name="Google Shape;848;p78"/>
          <p:cNvSpPr txBox="1">
            <a:spLocks noGrp="1"/>
          </p:cNvSpPr>
          <p:nvPr>
            <p:ph type="subTitle" idx="2"/>
          </p:nvPr>
        </p:nvSpPr>
        <p:spPr>
          <a:xfrm>
            <a:off x="5251900" y="4773588"/>
            <a:ext cx="3539400" cy="282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Advanced Machine Learning</a:t>
            </a:r>
            <a:endParaRPr/>
          </a:p>
        </p:txBody>
      </p:sp>
      <p:sp>
        <p:nvSpPr>
          <p:cNvPr id="849" name="Google Shape;849;p78"/>
          <p:cNvSpPr txBox="1">
            <a:spLocks noGrp="1"/>
          </p:cNvSpPr>
          <p:nvPr>
            <p:ph type="body" idx="3"/>
          </p:nvPr>
        </p:nvSpPr>
        <p:spPr>
          <a:xfrm>
            <a:off x="276350" y="2803375"/>
            <a:ext cx="5335500" cy="1770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">
                <a:solidFill>
                  <a:srgbClr val="0F1115"/>
                </a:solidFill>
                <a:latin typeface="Roboto"/>
                <a:ea typeface="Roboto"/>
                <a:cs typeface="Roboto"/>
                <a:sym typeface="Roboto"/>
              </a:rPr>
              <a:t>UCI Household Electric Power Consumption Dataset</a:t>
            </a:r>
            <a:endParaRPr>
              <a:solidFill>
                <a:srgbClr val="0F1115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048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F1115"/>
              </a:buClr>
              <a:buSzPts val="1200"/>
              <a:buFont typeface="Roboto"/>
              <a:buChar char="●"/>
            </a:pPr>
            <a:r>
              <a:rPr lang="en">
                <a:solidFill>
                  <a:srgbClr val="0F1115"/>
                </a:solidFill>
                <a:latin typeface="Roboto"/>
                <a:ea typeface="Roboto"/>
                <a:cs typeface="Roboto"/>
                <a:sym typeface="Roboto"/>
              </a:rPr>
              <a:t>Minute-level data: Dec 2006 – Nov 2010</a:t>
            </a:r>
            <a:endParaRPr>
              <a:solidFill>
                <a:srgbClr val="0F1115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F1115"/>
              </a:buClr>
              <a:buSzPts val="1200"/>
              <a:buFont typeface="Roboto"/>
              <a:buChar char="●"/>
            </a:pPr>
            <a:r>
              <a:rPr lang="en">
                <a:solidFill>
                  <a:srgbClr val="0F1115"/>
                </a:solidFill>
                <a:latin typeface="Roboto"/>
                <a:ea typeface="Roboto"/>
                <a:cs typeface="Roboto"/>
                <a:sym typeface="Roboto"/>
              </a:rPr>
              <a:t>Variables: Active/Reactive power, voltage, intensity, sub-metering</a:t>
            </a:r>
            <a:endParaRPr>
              <a:solidFill>
                <a:srgbClr val="0F1115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F1115"/>
              </a:buClr>
              <a:buSzPts val="1200"/>
              <a:buFont typeface="Roboto"/>
              <a:buChar char="●"/>
            </a:pPr>
            <a:r>
              <a:rPr lang="en">
                <a:solidFill>
                  <a:srgbClr val="0F1115"/>
                </a:solidFill>
                <a:latin typeface="Roboto"/>
                <a:ea typeface="Roboto"/>
                <a:cs typeface="Roboto"/>
                <a:sym typeface="Roboto"/>
              </a:rPr>
              <a:t>Preprocessing:</a:t>
            </a:r>
            <a:endParaRPr>
              <a:solidFill>
                <a:srgbClr val="0F1115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F1115"/>
              </a:buClr>
              <a:buSzPts val="1200"/>
              <a:buFont typeface="Roboto"/>
              <a:buChar char="○"/>
            </a:pPr>
            <a:r>
              <a:rPr lang="en">
                <a:solidFill>
                  <a:srgbClr val="0F1115"/>
                </a:solidFill>
                <a:latin typeface="Roboto"/>
                <a:ea typeface="Roboto"/>
                <a:cs typeface="Roboto"/>
                <a:sym typeface="Roboto"/>
              </a:rPr>
              <a:t>Handle missing values (forward/backward fill)</a:t>
            </a:r>
            <a:endParaRPr>
              <a:solidFill>
                <a:srgbClr val="0F1115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F1115"/>
              </a:buClr>
              <a:buSzPts val="1200"/>
              <a:buFont typeface="Roboto"/>
              <a:buChar char="○"/>
            </a:pPr>
            <a:r>
              <a:rPr lang="en">
                <a:solidFill>
                  <a:srgbClr val="0F1115"/>
                </a:solidFill>
                <a:latin typeface="Roboto"/>
                <a:ea typeface="Roboto"/>
                <a:cs typeface="Roboto"/>
                <a:sym typeface="Roboto"/>
              </a:rPr>
              <a:t>Resample to daily averages</a:t>
            </a:r>
            <a:endParaRPr>
              <a:solidFill>
                <a:srgbClr val="0F1115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F1115"/>
              </a:buClr>
              <a:buSzPts val="1200"/>
              <a:buFont typeface="Roboto"/>
              <a:buChar char="○"/>
            </a:pPr>
            <a:r>
              <a:rPr lang="en">
                <a:solidFill>
                  <a:srgbClr val="0F1115"/>
                </a:solidFill>
                <a:latin typeface="Roboto"/>
                <a:ea typeface="Roboto"/>
                <a:cs typeface="Roboto"/>
                <a:sym typeface="Roboto"/>
              </a:rPr>
              <a:t>Standardize features (zero mean, unit variance)</a:t>
            </a:r>
            <a:endParaRPr>
              <a:solidFill>
                <a:srgbClr val="0F1115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/>
          </a:p>
        </p:txBody>
      </p:sp>
      <p:sp>
        <p:nvSpPr>
          <p:cNvPr id="850" name="Google Shape;850;p78"/>
          <p:cNvSpPr txBox="1">
            <a:spLocks noGrp="1"/>
          </p:cNvSpPr>
          <p:nvPr>
            <p:ph type="subTitle" idx="4"/>
          </p:nvPr>
        </p:nvSpPr>
        <p:spPr>
          <a:xfrm>
            <a:off x="4829450" y="685810"/>
            <a:ext cx="3849300" cy="28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851" name="Google Shape;851;p7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5375" y="522100"/>
            <a:ext cx="8473274" cy="2099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6" name="Google Shape;856;p7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5</a:t>
            </a:fld>
            <a:endParaRPr/>
          </a:p>
        </p:txBody>
      </p:sp>
      <p:sp>
        <p:nvSpPr>
          <p:cNvPr id="857" name="Google Shape;857;p79"/>
          <p:cNvSpPr txBox="1">
            <a:spLocks noGrp="1"/>
          </p:cNvSpPr>
          <p:nvPr>
            <p:ph type="subTitle" idx="1"/>
          </p:nvPr>
        </p:nvSpPr>
        <p:spPr>
          <a:xfrm>
            <a:off x="786650" y="795282"/>
            <a:ext cx="7861800" cy="3924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spAutoFit/>
          </a:bodyPr>
          <a:lstStyle/>
          <a:p>
            <a:pPr marL="457200" lvl="0" indent="-327025" algn="l" rtl="0">
              <a:spcBef>
                <a:spcPts val="0"/>
              </a:spcBef>
              <a:spcAft>
                <a:spcPts val="0"/>
              </a:spcAft>
              <a:buSzPts val="1550"/>
              <a:buAutoNum type="arabicPeriod"/>
            </a:pPr>
            <a:r>
              <a:rPr lang="en" sz="1800">
                <a:solidFill>
                  <a:srgbClr val="0F1115"/>
                </a:solidFill>
                <a:latin typeface="Roboto"/>
                <a:ea typeface="Roboto"/>
                <a:cs typeface="Roboto"/>
                <a:sym typeface="Roboto"/>
              </a:rPr>
              <a:t>Univariate Model — Lagged Consumption</a:t>
            </a:r>
            <a:endParaRPr sz="1800">
              <a:solidFill>
                <a:srgbClr val="0F1115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F1115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F1115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F1115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F1115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F1115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23850" algn="l" rtl="0">
              <a:spcBef>
                <a:spcPts val="0"/>
              </a:spcBef>
              <a:spcAft>
                <a:spcPts val="0"/>
              </a:spcAft>
              <a:buSzPts val="1500"/>
              <a:buAutoNum type="arabicPeriod"/>
            </a:pPr>
            <a:r>
              <a:rPr lang="en" sz="1500">
                <a:solidFill>
                  <a:srgbClr val="0F1115"/>
                </a:solidFill>
                <a:latin typeface="Roboto"/>
                <a:ea typeface="Roboto"/>
                <a:cs typeface="Roboto"/>
                <a:sym typeface="Roboto"/>
              </a:rPr>
              <a:t>Multivariate Model — Electrical Covariates</a:t>
            </a:r>
            <a:endParaRPr sz="1500">
              <a:solidFill>
                <a:srgbClr val="0F1115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500">
              <a:solidFill>
                <a:srgbClr val="0F1115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500">
              <a:solidFill>
                <a:srgbClr val="0F1115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500">
              <a:solidFill>
                <a:srgbClr val="0F1115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500">
              <a:solidFill>
                <a:srgbClr val="0F1115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500">
              <a:solidFill>
                <a:srgbClr val="0F1115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500">
              <a:solidFill>
                <a:srgbClr val="0F1115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500">
              <a:solidFill>
                <a:srgbClr val="0F1115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500">
              <a:solidFill>
                <a:srgbClr val="0F111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58" name="Google Shape;858;p79"/>
          <p:cNvSpPr txBox="1">
            <a:spLocks noGrp="1"/>
          </p:cNvSpPr>
          <p:nvPr>
            <p:ph type="body" idx="2"/>
          </p:nvPr>
        </p:nvSpPr>
        <p:spPr>
          <a:xfrm>
            <a:off x="196951" y="196725"/>
            <a:ext cx="1859100" cy="209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EECE 7397</a:t>
            </a:r>
            <a:endParaRPr/>
          </a:p>
        </p:txBody>
      </p:sp>
      <p:sp>
        <p:nvSpPr>
          <p:cNvPr id="859" name="Google Shape;859;p79"/>
          <p:cNvSpPr txBox="1">
            <a:spLocks noGrp="1"/>
          </p:cNvSpPr>
          <p:nvPr>
            <p:ph type="body" idx="3"/>
          </p:nvPr>
        </p:nvSpPr>
        <p:spPr>
          <a:xfrm>
            <a:off x="7087526" y="196725"/>
            <a:ext cx="1933500" cy="209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Advanced Machine Learning</a:t>
            </a:r>
            <a:endParaRPr/>
          </a:p>
        </p:txBody>
      </p:sp>
      <p:pic>
        <p:nvPicPr>
          <p:cNvPr id="860" name="Google Shape;860;p7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94025" y="1462075"/>
            <a:ext cx="3409950" cy="971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861" name="Google Shape;861;p7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-67500" y="3220179"/>
            <a:ext cx="9144001" cy="65649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6" name="Google Shape;866;p8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6</a:t>
            </a:fld>
            <a:endParaRPr/>
          </a:p>
        </p:txBody>
      </p:sp>
      <p:sp>
        <p:nvSpPr>
          <p:cNvPr id="867" name="Google Shape;867;p80"/>
          <p:cNvSpPr txBox="1">
            <a:spLocks noGrp="1"/>
          </p:cNvSpPr>
          <p:nvPr>
            <p:ph type="subTitle" idx="1"/>
          </p:nvPr>
        </p:nvSpPr>
        <p:spPr>
          <a:xfrm>
            <a:off x="831025" y="587900"/>
            <a:ext cx="7193400" cy="6770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spAutoFit/>
          </a:bodyPr>
          <a:lstStyle/>
          <a:p>
            <a:pPr marL="1828800" lvl="0" indent="0" algn="l" rtl="0">
              <a:lnSpc>
                <a:spcPct val="150000"/>
              </a:lnSpc>
              <a:spcBef>
                <a:spcPts val="2400"/>
              </a:spcBef>
              <a:spcAft>
                <a:spcPts val="0"/>
              </a:spcAft>
              <a:buNone/>
            </a:pPr>
            <a:r>
              <a:rPr lang="en" sz="1700" b="1">
                <a:solidFill>
                  <a:srgbClr val="0F1115"/>
                </a:solidFill>
                <a:latin typeface="Roboto"/>
                <a:ea typeface="Roboto"/>
                <a:cs typeface="Roboto"/>
                <a:sym typeface="Roboto"/>
              </a:rPr>
              <a:t>Kernel Ridge Regression (KRR)</a:t>
            </a:r>
            <a:endParaRPr sz="1700" b="1">
              <a:solidFill>
                <a:srgbClr val="0F1115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F1115"/>
              </a:buClr>
              <a:buSzPts val="1400"/>
              <a:buFont typeface="Roboto"/>
              <a:buChar char="●"/>
            </a:pPr>
            <a:r>
              <a:rPr lang="en" sz="1400">
                <a:solidFill>
                  <a:srgbClr val="0F1115"/>
                </a:solidFill>
                <a:latin typeface="Roboto"/>
                <a:ea typeface="Roboto"/>
                <a:cs typeface="Roboto"/>
                <a:sym typeface="Roboto"/>
              </a:rPr>
              <a:t>Ridge regression + kernel trick; solution lives in RKHS via representer theorem</a:t>
            </a:r>
            <a:endParaRPr sz="1400">
              <a:solidFill>
                <a:srgbClr val="0F1115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F1115"/>
              </a:buClr>
              <a:buSzPts val="1400"/>
              <a:buFont typeface="Roboto"/>
              <a:buChar char="●"/>
            </a:pPr>
            <a:r>
              <a:rPr lang="en" sz="1400">
                <a:solidFill>
                  <a:srgbClr val="0F1115"/>
                </a:solidFill>
                <a:latin typeface="Roboto"/>
                <a:ea typeface="Roboto"/>
                <a:cs typeface="Roboto"/>
                <a:sym typeface="Roboto"/>
              </a:rPr>
              <a:t>Solution form:</a:t>
            </a:r>
            <a:endParaRPr sz="1400">
              <a:solidFill>
                <a:srgbClr val="0F1115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0" algn="l" rtl="0">
              <a:lnSpc>
                <a:spcPct val="115000"/>
              </a:lnSpc>
              <a:spcBef>
                <a:spcPts val="1700"/>
              </a:spcBef>
              <a:spcAft>
                <a:spcPts val="0"/>
              </a:spcAft>
              <a:buNone/>
            </a:pPr>
            <a:endParaRPr sz="1400">
              <a:solidFill>
                <a:srgbClr val="0F1115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50000"/>
              </a:lnSpc>
              <a:spcBef>
                <a:spcPts val="2400"/>
              </a:spcBef>
              <a:spcAft>
                <a:spcPts val="0"/>
              </a:spcAft>
              <a:buNone/>
            </a:pPr>
            <a:endParaRPr sz="1700" b="1">
              <a:solidFill>
                <a:srgbClr val="0F1115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1700"/>
              </a:spcBef>
              <a:spcAft>
                <a:spcPts val="0"/>
              </a:spcAft>
              <a:buClr>
                <a:srgbClr val="0F1115"/>
              </a:buClr>
              <a:buSzPts val="1400"/>
              <a:buFont typeface="Roboto"/>
              <a:buChar char="●"/>
            </a:pPr>
            <a:r>
              <a:rPr lang="en" sz="1400">
                <a:solidFill>
                  <a:srgbClr val="0F1115"/>
                </a:solidFill>
                <a:latin typeface="Roboto"/>
                <a:ea typeface="Roboto"/>
                <a:cs typeface="Roboto"/>
                <a:sym typeface="Roboto"/>
              </a:rPr>
              <a:t>Kernels: RBF (smooth trends) · Polynomial (higher-order interactions)</a:t>
            </a:r>
            <a:endParaRPr sz="1400">
              <a:solidFill>
                <a:srgbClr val="0F1115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0" algn="l" rtl="0">
              <a:lnSpc>
                <a:spcPct val="115000"/>
              </a:lnSpc>
              <a:spcBef>
                <a:spcPts val="170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0F1115"/>
                </a:solidFill>
                <a:latin typeface="Roboto"/>
                <a:ea typeface="Roboto"/>
                <a:cs typeface="Roboto"/>
                <a:sym typeface="Roboto"/>
              </a:rPr>
              <a:t>			</a:t>
            </a:r>
            <a:r>
              <a:rPr lang="en" sz="1700">
                <a:solidFill>
                  <a:srgbClr val="0F1115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" sz="1700" b="1">
                <a:solidFill>
                  <a:srgbClr val="0F1115"/>
                </a:solidFill>
                <a:latin typeface="Roboto"/>
                <a:ea typeface="Roboto"/>
                <a:cs typeface="Roboto"/>
                <a:sym typeface="Roboto"/>
              </a:rPr>
              <a:t>Gaussian Process Regression (GPR)</a:t>
            </a:r>
            <a:endParaRPr sz="1700" b="1">
              <a:solidFill>
                <a:srgbClr val="0F1115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F1115"/>
              </a:buClr>
              <a:buSzPts val="1400"/>
              <a:buFont typeface="Roboto"/>
              <a:buChar char="●"/>
            </a:pPr>
            <a:r>
              <a:rPr lang="en" sz="1400">
                <a:solidFill>
                  <a:srgbClr val="0F1115"/>
                </a:solidFill>
                <a:latin typeface="Roboto"/>
                <a:ea typeface="Roboto"/>
                <a:cs typeface="Roboto"/>
                <a:sym typeface="Roboto"/>
              </a:rPr>
              <a:t>Bayesian non-parametric model; outputs full predictive distribution</a:t>
            </a:r>
            <a:endParaRPr sz="1400">
              <a:solidFill>
                <a:srgbClr val="0F1115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F1115"/>
              </a:buClr>
              <a:buSzPts val="1400"/>
              <a:buFont typeface="Roboto"/>
              <a:buChar char="●"/>
            </a:pPr>
            <a:r>
              <a:rPr lang="en" sz="1400">
                <a:solidFill>
                  <a:srgbClr val="0F1115"/>
                </a:solidFill>
                <a:latin typeface="Roboto"/>
                <a:ea typeface="Roboto"/>
                <a:cs typeface="Roboto"/>
                <a:sym typeface="Roboto"/>
              </a:rPr>
              <a:t>Hyperparameters optimized via log marginal likelihood maximization</a:t>
            </a:r>
            <a:endParaRPr sz="1400">
              <a:solidFill>
                <a:srgbClr val="0F1115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F1115"/>
              </a:buClr>
              <a:buSzPts val="1400"/>
              <a:buFont typeface="Roboto"/>
              <a:buChar char="●"/>
            </a:pPr>
            <a:r>
              <a:rPr lang="en" sz="1400">
                <a:solidFill>
                  <a:srgbClr val="0F1115"/>
                </a:solidFill>
                <a:latin typeface="Roboto"/>
                <a:ea typeface="Roboto"/>
                <a:cs typeface="Roboto"/>
                <a:sym typeface="Roboto"/>
              </a:rPr>
              <a:t>Kernels: RBF · Periodic · RBF+Periodic · Matérn-1.5</a:t>
            </a:r>
            <a:endParaRPr sz="1400">
              <a:solidFill>
                <a:srgbClr val="0F1115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0" algn="l" rtl="0">
              <a:lnSpc>
                <a:spcPct val="115000"/>
              </a:lnSpc>
              <a:spcBef>
                <a:spcPts val="1700"/>
              </a:spcBef>
              <a:spcAft>
                <a:spcPts val="0"/>
              </a:spcAft>
              <a:buNone/>
            </a:pPr>
            <a:endParaRPr sz="1700" b="1">
              <a:solidFill>
                <a:srgbClr val="0F1115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0" algn="l" rtl="0">
              <a:lnSpc>
                <a:spcPct val="115000"/>
              </a:lnSpc>
              <a:spcBef>
                <a:spcPts val="1700"/>
              </a:spcBef>
              <a:spcAft>
                <a:spcPts val="0"/>
              </a:spcAft>
              <a:buNone/>
            </a:pPr>
            <a:endParaRPr sz="1400">
              <a:solidFill>
                <a:srgbClr val="0F1115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50000"/>
              </a:lnSpc>
              <a:spcBef>
                <a:spcPts val="240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endParaRPr sz="1700" b="1">
              <a:solidFill>
                <a:srgbClr val="0F1115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ctr" rtl="0">
              <a:spcBef>
                <a:spcPts val="1200"/>
              </a:spcBef>
              <a:spcAft>
                <a:spcPts val="1200"/>
              </a:spcAft>
              <a:buNone/>
            </a:pPr>
            <a:endParaRPr/>
          </a:p>
        </p:txBody>
      </p:sp>
      <p:sp>
        <p:nvSpPr>
          <p:cNvPr id="868" name="Google Shape;868;p80"/>
          <p:cNvSpPr txBox="1">
            <a:spLocks noGrp="1"/>
          </p:cNvSpPr>
          <p:nvPr>
            <p:ph type="body" idx="2"/>
          </p:nvPr>
        </p:nvSpPr>
        <p:spPr>
          <a:xfrm>
            <a:off x="196951" y="196725"/>
            <a:ext cx="1859100" cy="209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EECE 7397</a:t>
            </a:r>
            <a:endParaRPr/>
          </a:p>
        </p:txBody>
      </p:sp>
      <p:sp>
        <p:nvSpPr>
          <p:cNvPr id="869" name="Google Shape;869;p80"/>
          <p:cNvSpPr txBox="1">
            <a:spLocks noGrp="1"/>
          </p:cNvSpPr>
          <p:nvPr>
            <p:ph type="body" idx="3"/>
          </p:nvPr>
        </p:nvSpPr>
        <p:spPr>
          <a:xfrm>
            <a:off x="7087526" y="196725"/>
            <a:ext cx="1933500" cy="209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Advanced Machine Learning</a:t>
            </a:r>
            <a:endParaRPr/>
          </a:p>
        </p:txBody>
      </p:sp>
      <p:pic>
        <p:nvPicPr>
          <p:cNvPr id="870" name="Google Shape;870;p8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93775" y="1852900"/>
            <a:ext cx="2638425" cy="973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5" name="Google Shape;875;p8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7</a:t>
            </a:fld>
            <a:endParaRPr/>
          </a:p>
        </p:txBody>
      </p:sp>
      <p:sp>
        <p:nvSpPr>
          <p:cNvPr id="876" name="Google Shape;876;p81"/>
          <p:cNvSpPr txBox="1">
            <a:spLocks noGrp="1"/>
          </p:cNvSpPr>
          <p:nvPr>
            <p:ph type="subTitle" idx="1"/>
          </p:nvPr>
        </p:nvSpPr>
        <p:spPr>
          <a:xfrm>
            <a:off x="1064075" y="288250"/>
            <a:ext cx="7193400" cy="2965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150"/>
              <a:t>Experimental Setup</a:t>
            </a:r>
            <a:endParaRPr sz="2150"/>
          </a:p>
          <a:p>
            <a:pPr marL="457200" lvl="0" indent="-3238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F1115"/>
              </a:buClr>
              <a:buSzPts val="1500"/>
              <a:buFont typeface="Roboto"/>
              <a:buChar char="●"/>
            </a:pPr>
            <a:r>
              <a:rPr lang="en" sz="1500">
                <a:solidFill>
                  <a:srgbClr val="0F1115"/>
                </a:solidFill>
                <a:latin typeface="Roboto"/>
                <a:ea typeface="Roboto"/>
                <a:cs typeface="Roboto"/>
                <a:sym typeface="Roboto"/>
              </a:rPr>
              <a:t>Baselines: Naïve (yₜ₋₁) and 7-day Moving Average MA(7)</a:t>
            </a:r>
            <a:endParaRPr sz="1500">
              <a:solidFill>
                <a:srgbClr val="0F1115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238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F1115"/>
              </a:buClr>
              <a:buSzPts val="1500"/>
              <a:buFont typeface="Roboto"/>
              <a:buChar char="●"/>
            </a:pPr>
            <a:r>
              <a:rPr lang="en" sz="1500">
                <a:solidFill>
                  <a:srgbClr val="0F1115"/>
                </a:solidFill>
                <a:latin typeface="Roboto"/>
                <a:ea typeface="Roboto"/>
                <a:cs typeface="Roboto"/>
                <a:sym typeface="Roboto"/>
              </a:rPr>
              <a:t>Models: Univariate (lagged y) vs. Multivariate (electrical covariates) — KRR &amp; GPR</a:t>
            </a:r>
            <a:endParaRPr sz="1500">
              <a:solidFill>
                <a:srgbClr val="0F1115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238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F1115"/>
              </a:buClr>
              <a:buSzPts val="1500"/>
              <a:buFont typeface="Roboto"/>
              <a:buChar char="●"/>
            </a:pPr>
            <a:r>
              <a:rPr lang="en" sz="1500">
                <a:solidFill>
                  <a:srgbClr val="0F1115"/>
                </a:solidFill>
                <a:latin typeface="Roboto"/>
                <a:ea typeface="Roboto"/>
                <a:cs typeface="Roboto"/>
                <a:sym typeface="Roboto"/>
              </a:rPr>
              <a:t>Evaluation metrics: RMSE (primary) and MAE on held-out 2010 test set</a:t>
            </a:r>
            <a:endParaRPr sz="1500">
              <a:solidFill>
                <a:srgbClr val="0F1115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238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F1115"/>
              </a:buClr>
              <a:buSzPts val="1500"/>
              <a:buFont typeface="Roboto"/>
              <a:buChar char="●"/>
            </a:pPr>
            <a:r>
              <a:rPr lang="en" sz="1500">
                <a:solidFill>
                  <a:srgbClr val="0F1115"/>
                </a:solidFill>
                <a:latin typeface="Roboto"/>
                <a:ea typeface="Roboto"/>
                <a:cs typeface="Roboto"/>
                <a:sym typeface="Roboto"/>
              </a:rPr>
              <a:t>Validation: TimeSeriesSplit (5 folds) — respects temporal ordering</a:t>
            </a:r>
            <a:endParaRPr sz="1500">
              <a:solidFill>
                <a:srgbClr val="0F1115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238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F1115"/>
              </a:buClr>
              <a:buSzPts val="1500"/>
              <a:buFont typeface="Roboto"/>
              <a:buChar char="●"/>
            </a:pPr>
            <a:r>
              <a:rPr lang="en" sz="1500">
                <a:solidFill>
                  <a:srgbClr val="0F1115"/>
                </a:solidFill>
                <a:latin typeface="Roboto"/>
                <a:ea typeface="Roboto"/>
                <a:cs typeface="Roboto"/>
                <a:sym typeface="Roboto"/>
              </a:rPr>
              <a:t>Test period: Full year 2010 (~365 daily observations)</a:t>
            </a:r>
            <a:endParaRPr sz="1500">
              <a:solidFill>
                <a:srgbClr val="0F1115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0" algn="l" rtl="0">
              <a:lnSpc>
                <a:spcPct val="115000"/>
              </a:lnSpc>
              <a:spcBef>
                <a:spcPts val="1700"/>
              </a:spcBef>
              <a:spcAft>
                <a:spcPts val="0"/>
              </a:spcAft>
              <a:buNone/>
            </a:pPr>
            <a:endParaRPr sz="1500">
              <a:solidFill>
                <a:srgbClr val="0F1115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ctr" rtl="0">
              <a:spcBef>
                <a:spcPts val="1200"/>
              </a:spcBef>
              <a:spcAft>
                <a:spcPts val="1200"/>
              </a:spcAft>
              <a:buNone/>
            </a:pPr>
            <a:endParaRPr sz="2150"/>
          </a:p>
        </p:txBody>
      </p:sp>
      <p:sp>
        <p:nvSpPr>
          <p:cNvPr id="877" name="Google Shape;877;p81"/>
          <p:cNvSpPr txBox="1">
            <a:spLocks noGrp="1"/>
          </p:cNvSpPr>
          <p:nvPr>
            <p:ph type="body" idx="2"/>
          </p:nvPr>
        </p:nvSpPr>
        <p:spPr>
          <a:xfrm>
            <a:off x="196951" y="196725"/>
            <a:ext cx="1859100" cy="209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EECE 7397</a:t>
            </a:r>
            <a:endParaRPr/>
          </a:p>
        </p:txBody>
      </p:sp>
      <p:sp>
        <p:nvSpPr>
          <p:cNvPr id="878" name="Google Shape;878;p81"/>
          <p:cNvSpPr txBox="1">
            <a:spLocks noGrp="1"/>
          </p:cNvSpPr>
          <p:nvPr>
            <p:ph type="body" idx="3"/>
          </p:nvPr>
        </p:nvSpPr>
        <p:spPr>
          <a:xfrm>
            <a:off x="7087526" y="196725"/>
            <a:ext cx="1933500" cy="209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Advanced Machine Learning</a:t>
            </a:r>
            <a:endParaRPr/>
          </a:p>
        </p:txBody>
      </p:sp>
      <p:pic>
        <p:nvPicPr>
          <p:cNvPr id="879" name="Google Shape;879;p8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0450" y="2461873"/>
            <a:ext cx="7583001" cy="2485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4" name="Google Shape;884;p82"/>
          <p:cNvSpPr txBox="1">
            <a:spLocks noGrp="1"/>
          </p:cNvSpPr>
          <p:nvPr>
            <p:ph type="subTitle" idx="1"/>
          </p:nvPr>
        </p:nvSpPr>
        <p:spPr>
          <a:xfrm>
            <a:off x="366100" y="4773588"/>
            <a:ext cx="3539400" cy="282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EECE 7397</a:t>
            </a:r>
            <a:endParaRPr/>
          </a:p>
        </p:txBody>
      </p:sp>
      <p:sp>
        <p:nvSpPr>
          <p:cNvPr id="885" name="Google Shape;885;p82"/>
          <p:cNvSpPr txBox="1">
            <a:spLocks noGrp="1"/>
          </p:cNvSpPr>
          <p:nvPr>
            <p:ph type="subTitle" idx="2"/>
          </p:nvPr>
        </p:nvSpPr>
        <p:spPr>
          <a:xfrm>
            <a:off x="5251900" y="4773588"/>
            <a:ext cx="3539400" cy="282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Advanced Machine Learning</a:t>
            </a:r>
            <a:endParaRPr/>
          </a:p>
        </p:txBody>
      </p:sp>
      <p:sp>
        <p:nvSpPr>
          <p:cNvPr id="886" name="Google Shape;886;p82"/>
          <p:cNvSpPr txBox="1">
            <a:spLocks noGrp="1"/>
          </p:cNvSpPr>
          <p:nvPr>
            <p:ph type="ctrTitle"/>
          </p:nvPr>
        </p:nvSpPr>
        <p:spPr>
          <a:xfrm>
            <a:off x="352550" y="2171700"/>
            <a:ext cx="8438700" cy="2285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Results &amp; Summary </a:t>
            </a:r>
            <a:endParaRPr sz="2400"/>
          </a:p>
        </p:txBody>
      </p:sp>
      <p:sp>
        <p:nvSpPr>
          <p:cNvPr id="887" name="Google Shape;887;p82"/>
          <p:cNvSpPr txBox="1">
            <a:spLocks noGrp="1"/>
          </p:cNvSpPr>
          <p:nvPr>
            <p:ph type="subTitle" idx="3"/>
          </p:nvPr>
        </p:nvSpPr>
        <p:spPr>
          <a:xfrm>
            <a:off x="4773950" y="726125"/>
            <a:ext cx="3961800" cy="376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Key Results (Test Set — 2010)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8" name="Google Shape;888;p82"/>
          <p:cNvSpPr txBox="1">
            <a:spLocks noGrp="1"/>
          </p:cNvSpPr>
          <p:nvPr>
            <p:ph type="body" idx="4"/>
          </p:nvPr>
        </p:nvSpPr>
        <p:spPr>
          <a:xfrm>
            <a:off x="4829500" y="992399"/>
            <a:ext cx="3961800" cy="127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175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F1115"/>
              </a:buClr>
              <a:buSzPts val="1400"/>
              <a:buFont typeface="Roboto"/>
              <a:buAutoNum type="arabicPeriod"/>
            </a:pPr>
            <a:r>
              <a:rPr lang="en" sz="1200">
                <a:solidFill>
                  <a:srgbClr val="0F1115"/>
                </a:solidFill>
                <a:latin typeface="Roboto"/>
                <a:ea typeface="Roboto"/>
                <a:cs typeface="Roboto"/>
                <a:sym typeface="Roboto"/>
              </a:rPr>
              <a:t>Best: Multi KRR (Poly)  RMSE 0.2508  MAE 0.1856</a:t>
            </a:r>
            <a:endParaRPr sz="1200">
              <a:solidFill>
                <a:srgbClr val="0F1115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F1115"/>
              </a:buClr>
              <a:buSzPts val="1400"/>
              <a:buFont typeface="Roboto"/>
              <a:buAutoNum type="arabicPeriod"/>
            </a:pPr>
            <a:r>
              <a:rPr lang="en" sz="1200">
                <a:solidFill>
                  <a:srgbClr val="0F1115"/>
                </a:solidFill>
                <a:latin typeface="Roboto"/>
                <a:ea typeface="Roboto"/>
                <a:cs typeface="Roboto"/>
                <a:sym typeface="Roboto"/>
              </a:rPr>
              <a:t>2nd: Multi KRR (RBF)  RMSE 0.2521  MAE 0.1902</a:t>
            </a:r>
            <a:endParaRPr sz="1200">
              <a:solidFill>
                <a:srgbClr val="0F1115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F1115"/>
              </a:buClr>
              <a:buSzPts val="1400"/>
              <a:buFont typeface="Roboto"/>
              <a:buAutoNum type="arabicPeriod"/>
            </a:pPr>
            <a:r>
              <a:rPr lang="en" sz="1200">
                <a:solidFill>
                  <a:srgbClr val="0F1115"/>
                </a:solidFill>
                <a:latin typeface="Roboto"/>
                <a:ea typeface="Roboto"/>
                <a:cs typeface="Roboto"/>
                <a:sym typeface="Roboto"/>
              </a:rPr>
              <a:t>3rd: Multi GPR (RBF)  RMSE 0.2524  MAE 0.1860</a:t>
            </a:r>
            <a:endParaRPr sz="1200">
              <a:solidFill>
                <a:srgbClr val="0F1115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 sz="1200"/>
          </a:p>
        </p:txBody>
      </p:sp>
      <p:pic>
        <p:nvPicPr>
          <p:cNvPr id="889" name="Google Shape;889;p8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66375" y="2286425"/>
            <a:ext cx="4424924" cy="1885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4" name="Google Shape;894;p8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9</a:t>
            </a:fld>
            <a:endParaRPr/>
          </a:p>
        </p:txBody>
      </p:sp>
      <p:sp>
        <p:nvSpPr>
          <p:cNvPr id="895" name="Google Shape;895;p83"/>
          <p:cNvSpPr txBox="1">
            <a:spLocks noGrp="1"/>
          </p:cNvSpPr>
          <p:nvPr>
            <p:ph type="subTitle" idx="1"/>
          </p:nvPr>
        </p:nvSpPr>
        <p:spPr>
          <a:xfrm>
            <a:off x="975300" y="892250"/>
            <a:ext cx="7193400" cy="405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sp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2400"/>
              </a:spcBef>
              <a:spcAft>
                <a:spcPts val="0"/>
              </a:spcAft>
              <a:buNone/>
            </a:pPr>
            <a:r>
              <a:rPr lang="en" sz="2000" b="1">
                <a:solidFill>
                  <a:srgbClr val="0F1115"/>
                </a:solidFill>
                <a:latin typeface="Roboto"/>
                <a:ea typeface="Roboto"/>
                <a:cs typeface="Roboto"/>
                <a:sym typeface="Roboto"/>
              </a:rPr>
              <a:t>Discussion &amp; Insights</a:t>
            </a:r>
            <a:endParaRPr sz="2000" b="1">
              <a:solidFill>
                <a:srgbClr val="0F1115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F1115"/>
              </a:buClr>
              <a:buSzPts val="1400"/>
              <a:buFont typeface="Roboto"/>
              <a:buChar char="●"/>
            </a:pPr>
            <a:r>
              <a:rPr lang="en" sz="1400">
                <a:solidFill>
                  <a:srgbClr val="0F1115"/>
                </a:solidFill>
                <a:latin typeface="Roboto"/>
                <a:ea typeface="Roboto"/>
                <a:cs typeface="Roboto"/>
                <a:sym typeface="Roboto"/>
              </a:rPr>
              <a:t>Multivariate &gt; Univariate: Reactive power, voltage, intensity, and sub-metering carry predictive signal beyond lagged consumption alone.</a:t>
            </a:r>
            <a:endParaRPr sz="1400">
              <a:solidFill>
                <a:srgbClr val="0F1115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F1115"/>
              </a:buClr>
              <a:buSzPts val="1400"/>
              <a:buFont typeface="Roboto"/>
              <a:buChar char="●"/>
            </a:pPr>
            <a:r>
              <a:rPr lang="en" sz="1400">
                <a:solidFill>
                  <a:srgbClr val="0F1115"/>
                </a:solidFill>
                <a:latin typeface="Roboto"/>
                <a:ea typeface="Roboto"/>
                <a:cs typeface="Roboto"/>
                <a:sym typeface="Roboto"/>
              </a:rPr>
              <a:t>Kernel Choice: Polynomial KRR wins — higher-order cross-feature interactions matter more than smooth global trends (RBF).</a:t>
            </a:r>
            <a:endParaRPr sz="1400">
              <a:solidFill>
                <a:srgbClr val="0F1115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F1115"/>
              </a:buClr>
              <a:buSzPts val="1400"/>
              <a:buFont typeface="Roboto"/>
              <a:buChar char="●"/>
            </a:pPr>
            <a:r>
              <a:rPr lang="en" sz="1400">
                <a:solidFill>
                  <a:srgbClr val="0F1115"/>
                </a:solidFill>
                <a:latin typeface="Roboto"/>
                <a:ea typeface="Roboto"/>
                <a:cs typeface="Roboto"/>
                <a:sym typeface="Roboto"/>
              </a:rPr>
              <a:t>GPR Advantage: Matches KRR accuracy while delivering posterior variance — quantified uncertainty at each prediction step.</a:t>
            </a:r>
            <a:endParaRPr sz="1400">
              <a:solidFill>
                <a:srgbClr val="0F1115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F1115"/>
              </a:buClr>
              <a:buSzPts val="1400"/>
              <a:buFont typeface="Roboto"/>
              <a:buChar char="●"/>
            </a:pPr>
            <a:r>
              <a:rPr lang="en" sz="1400">
                <a:solidFill>
                  <a:srgbClr val="0F1115"/>
                </a:solidFill>
                <a:latin typeface="Roboto"/>
                <a:ea typeface="Roboto"/>
                <a:cs typeface="Roboto"/>
                <a:sym typeface="Roboto"/>
              </a:rPr>
              <a:t>Seasonality: Periodic kernels underperform RBF — daily averaging smooths sharp seasonal cycles, making rigid periodicity assumptions harmful.</a:t>
            </a:r>
            <a:endParaRPr sz="1400">
              <a:solidFill>
                <a:srgbClr val="0F1115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0" algn="l" rtl="0">
              <a:lnSpc>
                <a:spcPct val="115000"/>
              </a:lnSpc>
              <a:spcBef>
                <a:spcPts val="1700"/>
              </a:spcBef>
              <a:spcAft>
                <a:spcPts val="0"/>
              </a:spcAft>
              <a:buNone/>
            </a:pPr>
            <a:endParaRPr sz="1400">
              <a:solidFill>
                <a:srgbClr val="0F1115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0" algn="l" rtl="0">
              <a:lnSpc>
                <a:spcPct val="115000"/>
              </a:lnSpc>
              <a:spcBef>
                <a:spcPts val="1700"/>
              </a:spcBef>
              <a:spcAft>
                <a:spcPts val="0"/>
              </a:spcAft>
              <a:buNone/>
            </a:pPr>
            <a:endParaRPr sz="1400">
              <a:solidFill>
                <a:srgbClr val="0F1115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50000"/>
              </a:lnSpc>
              <a:spcBef>
                <a:spcPts val="240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endParaRPr sz="2000" b="1">
              <a:solidFill>
                <a:srgbClr val="0F1115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ctr" rtl="0">
              <a:spcBef>
                <a:spcPts val="1200"/>
              </a:spcBef>
              <a:spcAft>
                <a:spcPts val="1200"/>
              </a:spcAft>
              <a:buNone/>
            </a:pPr>
            <a:endParaRPr/>
          </a:p>
        </p:txBody>
      </p:sp>
      <p:sp>
        <p:nvSpPr>
          <p:cNvPr id="896" name="Google Shape;896;p83"/>
          <p:cNvSpPr txBox="1">
            <a:spLocks noGrp="1"/>
          </p:cNvSpPr>
          <p:nvPr>
            <p:ph type="body" idx="2"/>
          </p:nvPr>
        </p:nvSpPr>
        <p:spPr>
          <a:xfrm>
            <a:off x="196951" y="196725"/>
            <a:ext cx="1859100" cy="209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EECE 7397</a:t>
            </a:r>
            <a:endParaRPr/>
          </a:p>
        </p:txBody>
      </p:sp>
      <p:sp>
        <p:nvSpPr>
          <p:cNvPr id="897" name="Google Shape;897;p83"/>
          <p:cNvSpPr txBox="1">
            <a:spLocks noGrp="1"/>
          </p:cNvSpPr>
          <p:nvPr>
            <p:ph type="body" idx="3"/>
          </p:nvPr>
        </p:nvSpPr>
        <p:spPr>
          <a:xfrm>
            <a:off x="7087526" y="196725"/>
            <a:ext cx="1933500" cy="209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Advanced Machine Learning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2" name="Google Shape;902;p84"/>
          <p:cNvSpPr txBox="1">
            <a:spLocks noGrp="1"/>
          </p:cNvSpPr>
          <p:nvPr>
            <p:ph type="subTitle" idx="1"/>
          </p:nvPr>
        </p:nvSpPr>
        <p:spPr>
          <a:xfrm>
            <a:off x="366100" y="4773588"/>
            <a:ext cx="3539400" cy="282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EECE 7397</a:t>
            </a:r>
            <a:endParaRPr/>
          </a:p>
        </p:txBody>
      </p:sp>
      <p:sp>
        <p:nvSpPr>
          <p:cNvPr id="903" name="Google Shape;903;p84"/>
          <p:cNvSpPr txBox="1">
            <a:spLocks noGrp="1"/>
          </p:cNvSpPr>
          <p:nvPr>
            <p:ph type="subTitle" idx="2"/>
          </p:nvPr>
        </p:nvSpPr>
        <p:spPr>
          <a:xfrm>
            <a:off x="5251900" y="4773588"/>
            <a:ext cx="3539400" cy="282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Advanced Machine Learning</a:t>
            </a:r>
            <a:endParaRPr/>
          </a:p>
        </p:txBody>
      </p:sp>
      <p:sp>
        <p:nvSpPr>
          <p:cNvPr id="904" name="Google Shape;904;p84"/>
          <p:cNvSpPr txBox="1">
            <a:spLocks noGrp="1"/>
          </p:cNvSpPr>
          <p:nvPr>
            <p:ph type="title"/>
          </p:nvPr>
        </p:nvSpPr>
        <p:spPr>
          <a:xfrm>
            <a:off x="366100" y="655945"/>
            <a:ext cx="3025500" cy="623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Conclusion</a:t>
            </a:r>
            <a:endParaRPr/>
          </a:p>
        </p:txBody>
      </p:sp>
      <p:sp>
        <p:nvSpPr>
          <p:cNvPr id="905" name="Google Shape;905;p84"/>
          <p:cNvSpPr txBox="1">
            <a:spLocks noGrp="1"/>
          </p:cNvSpPr>
          <p:nvPr>
            <p:ph type="title" idx="3"/>
          </p:nvPr>
        </p:nvSpPr>
        <p:spPr>
          <a:xfrm>
            <a:off x="4842350" y="655945"/>
            <a:ext cx="3025500" cy="623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Future Work</a:t>
            </a:r>
            <a:endParaRPr/>
          </a:p>
        </p:txBody>
      </p:sp>
      <p:sp>
        <p:nvSpPr>
          <p:cNvPr id="906" name="Google Shape;906;p84"/>
          <p:cNvSpPr txBox="1">
            <a:spLocks noGrp="1"/>
          </p:cNvSpPr>
          <p:nvPr>
            <p:ph type="body" idx="4"/>
          </p:nvPr>
        </p:nvSpPr>
        <p:spPr>
          <a:xfrm>
            <a:off x="366100" y="1662400"/>
            <a:ext cx="3850800" cy="269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238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F1115"/>
              </a:buClr>
              <a:buSzPts val="1500"/>
              <a:buFont typeface="Roboto"/>
              <a:buChar char="●"/>
            </a:pPr>
            <a:r>
              <a:rPr lang="en" sz="1500">
                <a:solidFill>
                  <a:srgbClr val="0F1115"/>
                </a:solidFill>
                <a:latin typeface="Roboto"/>
                <a:ea typeface="Roboto"/>
                <a:cs typeface="Roboto"/>
                <a:sym typeface="Roboto"/>
              </a:rPr>
              <a:t>Kernel methods (KRR &amp; GPR) effectively capture nonlinear, non-stationary dynamics in household energy data.</a:t>
            </a:r>
            <a:endParaRPr sz="1500">
              <a:solidFill>
                <a:srgbClr val="0F1115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238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F1115"/>
              </a:buClr>
              <a:buSzPts val="1500"/>
              <a:buFont typeface="Roboto"/>
              <a:buChar char="●"/>
            </a:pPr>
            <a:r>
              <a:rPr lang="en" sz="1500">
                <a:solidFill>
                  <a:srgbClr val="0F1115"/>
                </a:solidFill>
                <a:latin typeface="Roboto"/>
                <a:ea typeface="Roboto"/>
                <a:cs typeface="Roboto"/>
                <a:sym typeface="Roboto"/>
              </a:rPr>
              <a:t>Multivariate inputs (electrical covariates) yield significant accuracy gains over univariate lag-only models.</a:t>
            </a:r>
            <a:endParaRPr sz="1500">
              <a:solidFill>
                <a:srgbClr val="0F1115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 sz="1500"/>
          </a:p>
        </p:txBody>
      </p:sp>
      <p:sp>
        <p:nvSpPr>
          <p:cNvPr id="907" name="Google Shape;907;p84"/>
          <p:cNvSpPr txBox="1">
            <a:spLocks noGrp="1"/>
          </p:cNvSpPr>
          <p:nvPr>
            <p:ph type="body" idx="5"/>
          </p:nvPr>
        </p:nvSpPr>
        <p:spPr>
          <a:xfrm>
            <a:off x="5169875" y="1990575"/>
            <a:ext cx="3278400" cy="205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175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F1115"/>
              </a:buClr>
              <a:buSzPts val="1400"/>
              <a:buFont typeface="Roboto"/>
              <a:buChar char="●"/>
            </a:pPr>
            <a:r>
              <a:rPr lang="en" sz="1400">
                <a:solidFill>
                  <a:srgbClr val="0F1115"/>
                </a:solidFill>
                <a:latin typeface="Roboto"/>
                <a:ea typeface="Roboto"/>
                <a:cs typeface="Roboto"/>
                <a:sym typeface="Roboto"/>
              </a:rPr>
              <a:t>Multi-output GPR for joint forecasting of sub-meters</a:t>
            </a:r>
            <a:endParaRPr sz="1400">
              <a:solidFill>
                <a:srgbClr val="0F1115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F1115"/>
              </a:buClr>
              <a:buSzPts val="1400"/>
              <a:buFont typeface="Roboto"/>
              <a:buChar char="●"/>
            </a:pPr>
            <a:r>
              <a:rPr lang="en" sz="1400">
                <a:solidFill>
                  <a:srgbClr val="0F1115"/>
                </a:solidFill>
                <a:latin typeface="Roboto"/>
                <a:ea typeface="Roboto"/>
                <a:cs typeface="Roboto"/>
                <a:sym typeface="Roboto"/>
              </a:rPr>
              <a:t>Deep kernel learning (neural network feature maps)</a:t>
            </a:r>
            <a:endParaRPr sz="1400">
              <a:solidFill>
                <a:srgbClr val="0F1115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F1115"/>
              </a:buClr>
              <a:buSzPts val="1400"/>
              <a:buFont typeface="Roboto"/>
              <a:buChar char="●"/>
            </a:pPr>
            <a:r>
              <a:rPr lang="en" sz="1400">
                <a:solidFill>
                  <a:srgbClr val="0F1115"/>
                </a:solidFill>
                <a:latin typeface="Roboto"/>
                <a:ea typeface="Roboto"/>
                <a:cs typeface="Roboto"/>
                <a:sym typeface="Roboto"/>
              </a:rPr>
              <a:t>Incorporate exogenous variables: weather data, electricity pricing</a:t>
            </a:r>
            <a:endParaRPr sz="1400">
              <a:solidFill>
                <a:srgbClr val="0F1115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F1115"/>
              </a:buClr>
              <a:buSzPts val="1400"/>
              <a:buFont typeface="Roboto"/>
              <a:buChar char="●"/>
            </a:pPr>
            <a:r>
              <a:rPr lang="en" sz="1400">
                <a:solidFill>
                  <a:srgbClr val="0F1115"/>
                </a:solidFill>
                <a:latin typeface="Roboto"/>
                <a:ea typeface="Roboto"/>
                <a:cs typeface="Roboto"/>
                <a:sym typeface="Roboto"/>
              </a:rPr>
              <a:t>Locally periodic kernels to model evolving seasonal structure</a:t>
            </a:r>
            <a:endParaRPr sz="1400">
              <a:solidFill>
                <a:srgbClr val="0F1115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2" name="Google Shape;912;p85"/>
          <p:cNvSpPr txBox="1">
            <a:spLocks noGrp="1"/>
          </p:cNvSpPr>
          <p:nvPr>
            <p:ph type="ctrTitle"/>
          </p:nvPr>
        </p:nvSpPr>
        <p:spPr>
          <a:xfrm>
            <a:off x="1375800" y="1703150"/>
            <a:ext cx="5485800" cy="173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Thank You</a:t>
            </a:r>
            <a:endParaRPr/>
          </a:p>
        </p:txBody>
      </p:sp>
      <p:sp>
        <p:nvSpPr>
          <p:cNvPr id="913" name="Google Shape;913;p85"/>
          <p:cNvSpPr txBox="1">
            <a:spLocks noGrp="1"/>
          </p:cNvSpPr>
          <p:nvPr>
            <p:ph type="subTitle" idx="2"/>
          </p:nvPr>
        </p:nvSpPr>
        <p:spPr>
          <a:xfrm rot="5400000">
            <a:off x="7668450" y="945575"/>
            <a:ext cx="1701300" cy="331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4" name="Google Shape;914;p85"/>
          <p:cNvSpPr txBox="1">
            <a:spLocks noGrp="1"/>
          </p:cNvSpPr>
          <p:nvPr>
            <p:ph type="subTitle" idx="1"/>
          </p:nvPr>
        </p:nvSpPr>
        <p:spPr>
          <a:xfrm rot="5400000">
            <a:off x="7668450" y="3868125"/>
            <a:ext cx="1701300" cy="331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how and Tell/Report #1">
  <a:themeElements>
    <a:clrScheme name="Simple Light">
      <a:dk1>
        <a:srgbClr val="AB8645"/>
      </a:dk1>
      <a:lt1>
        <a:srgbClr val="014840"/>
      </a:lt1>
      <a:dk2>
        <a:srgbClr val="000000"/>
      </a:dk2>
      <a:lt2>
        <a:srgbClr val="FAF5F0"/>
      </a:lt2>
      <a:accent1>
        <a:srgbClr val="133E37"/>
      </a:accent1>
      <a:accent2>
        <a:srgbClr val="D8B771"/>
      </a:accent2>
      <a:accent3>
        <a:srgbClr val="FFFFFF"/>
      </a:accent3>
      <a:accent4>
        <a:srgbClr val="8DA1B9"/>
      </a:accent4>
      <a:accent5>
        <a:srgbClr val="BC4749"/>
      </a:accent5>
      <a:accent6>
        <a:srgbClr val="3C1518"/>
      </a:accent6>
      <a:hlink>
        <a:srgbClr val="014840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Science Presentation">
  <a:themeElements>
    <a:clrScheme name="Simple Light">
      <a:dk1>
        <a:srgbClr val="005088"/>
      </a:dk1>
      <a:lt1>
        <a:srgbClr val="F3F0DF"/>
      </a:lt1>
      <a:dk2>
        <a:srgbClr val="121212"/>
      </a:dk2>
      <a:lt2>
        <a:srgbClr val="D0E0E3"/>
      </a:lt2>
      <a:accent1>
        <a:srgbClr val="11CAA0"/>
      </a:accent1>
      <a:accent2>
        <a:srgbClr val="6D6D6B"/>
      </a:accent2>
      <a:accent3>
        <a:srgbClr val="FFFFFF"/>
      </a:accent3>
      <a:accent4>
        <a:srgbClr val="656839"/>
      </a:accent4>
      <a:accent5>
        <a:srgbClr val="774936"/>
      </a:accent5>
      <a:accent6>
        <a:srgbClr val="C492B1"/>
      </a:accent6>
      <a:hlink>
        <a:srgbClr val="000000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543</Words>
  <Application>Microsoft Office PowerPoint</Application>
  <PresentationFormat>On-screen Show (16:9)</PresentationFormat>
  <Paragraphs>109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11</vt:i4>
      </vt:variant>
    </vt:vector>
  </HeadingPairs>
  <TitlesOfParts>
    <vt:vector size="22" baseType="lpstr">
      <vt:lpstr>Arial</vt:lpstr>
      <vt:lpstr>STIX Two Text Medium</vt:lpstr>
      <vt:lpstr>STIX Two Text SemiBold</vt:lpstr>
      <vt:lpstr>STIX Two Text</vt:lpstr>
      <vt:lpstr>DM Sans Medium</vt:lpstr>
      <vt:lpstr>Roboto</vt:lpstr>
      <vt:lpstr>DM Sans</vt:lpstr>
      <vt:lpstr>Plus Jakarta Sans Medium</vt:lpstr>
      <vt:lpstr>Merriweather</vt:lpstr>
      <vt:lpstr>Show and Tell/Report #1</vt:lpstr>
      <vt:lpstr>Science Presentation</vt:lpstr>
      <vt:lpstr>Predicting Daily Household Energy Consumption Using Kernel Methods and Gaussian Process Regression</vt:lpstr>
      <vt:lpstr>Contents</vt:lpstr>
      <vt:lpstr>Why Energy Forecasting Matters Demand planning &amp; dynamic pricing Grid stability &amp; renewable load balancing Energy-efficient resource allocation in smart grids Our Approach: Kernel methods (KRR &amp; GPR) capture nonlinear, seasonal patterns that linear models miss — with interpretable uncertainty via GPR posterior variance.</vt:lpstr>
      <vt:lpstr>Dataset &amp; Processing</vt:lpstr>
      <vt:lpstr>PowerPoint Presentation</vt:lpstr>
      <vt:lpstr>PowerPoint Presentation</vt:lpstr>
      <vt:lpstr>PowerPoint Presentation</vt:lpstr>
      <vt:lpstr>Results &amp; Summary </vt:lpstr>
      <vt:lpstr>PowerPoint Presentation</vt:lpstr>
      <vt:lpstr>Conclusion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Animesh Kashid</cp:lastModifiedBy>
  <cp:revision>1</cp:revision>
  <dcterms:modified xsi:type="dcterms:W3CDTF">2026-04-15T18:24:37Z</dcterms:modified>
</cp:coreProperties>
</file>